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FFFFD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"/>
            <a:ext cx="12191390" cy="208064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-355" y="-355"/>
            <a:ext cx="12192000" cy="146050"/>
          </a:xfrm>
          <a:custGeom>
            <a:avLst/>
            <a:gdLst/>
            <a:ahLst/>
            <a:cxnLst/>
            <a:rect l="l" t="t" r="r" b="b"/>
            <a:pathLst>
              <a:path w="12192000" h="146050">
                <a:moveTo>
                  <a:pt x="12191390" y="0"/>
                </a:moveTo>
                <a:lnTo>
                  <a:pt x="0" y="0"/>
                </a:lnTo>
                <a:lnTo>
                  <a:pt x="0" y="145796"/>
                </a:lnTo>
                <a:lnTo>
                  <a:pt x="6095873" y="145796"/>
                </a:lnTo>
                <a:lnTo>
                  <a:pt x="12191390" y="145796"/>
                </a:lnTo>
                <a:lnTo>
                  <a:pt x="12191390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26681" y="421551"/>
            <a:ext cx="610565" cy="610209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66635" y="438480"/>
            <a:ext cx="530860" cy="530860"/>
          </a:xfrm>
          <a:custGeom>
            <a:avLst/>
            <a:gdLst/>
            <a:ahLst/>
            <a:cxnLst/>
            <a:rect l="l" t="t" r="r" b="b"/>
            <a:pathLst>
              <a:path w="530860" h="530860">
                <a:moveTo>
                  <a:pt x="88925" y="0"/>
                </a:moveTo>
                <a:lnTo>
                  <a:pt x="44640" y="11874"/>
                </a:lnTo>
                <a:lnTo>
                  <a:pt x="12242" y="44284"/>
                </a:lnTo>
                <a:lnTo>
                  <a:pt x="368" y="88557"/>
                </a:lnTo>
                <a:lnTo>
                  <a:pt x="0" y="442074"/>
                </a:lnTo>
                <a:lnTo>
                  <a:pt x="779" y="453601"/>
                </a:lnTo>
                <a:lnTo>
                  <a:pt x="792" y="453806"/>
                </a:lnTo>
                <a:lnTo>
                  <a:pt x="3049" y="464893"/>
                </a:lnTo>
                <a:lnTo>
                  <a:pt x="3105" y="465164"/>
                </a:lnTo>
                <a:lnTo>
                  <a:pt x="6767" y="475846"/>
                </a:lnTo>
                <a:lnTo>
                  <a:pt x="6836" y="476048"/>
                </a:lnTo>
                <a:lnTo>
                  <a:pt x="34715" y="512430"/>
                </a:lnTo>
                <a:lnTo>
                  <a:pt x="77042" y="529901"/>
                </a:lnTo>
                <a:lnTo>
                  <a:pt x="88569" y="530644"/>
                </a:lnTo>
                <a:lnTo>
                  <a:pt x="442087" y="530644"/>
                </a:lnTo>
                <a:lnTo>
                  <a:pt x="453074" y="529901"/>
                </a:lnTo>
                <a:lnTo>
                  <a:pt x="453568" y="529901"/>
                </a:lnTo>
                <a:lnTo>
                  <a:pt x="496134" y="512230"/>
                </a:lnTo>
                <a:lnTo>
                  <a:pt x="523863" y="476048"/>
                </a:lnTo>
                <a:lnTo>
                  <a:pt x="523962" y="475846"/>
                </a:lnTo>
                <a:lnTo>
                  <a:pt x="527581" y="465164"/>
                </a:lnTo>
                <a:lnTo>
                  <a:pt x="527673" y="464893"/>
                </a:lnTo>
                <a:lnTo>
                  <a:pt x="529860" y="453806"/>
                </a:lnTo>
                <a:lnTo>
                  <a:pt x="529901" y="453601"/>
                </a:lnTo>
                <a:lnTo>
                  <a:pt x="530644" y="442074"/>
                </a:lnTo>
                <a:lnTo>
                  <a:pt x="530619" y="88557"/>
                </a:lnTo>
                <a:lnTo>
                  <a:pt x="518769" y="44640"/>
                </a:lnTo>
                <a:lnTo>
                  <a:pt x="486359" y="12242"/>
                </a:lnTo>
                <a:lnTo>
                  <a:pt x="442087" y="355"/>
                </a:lnTo>
                <a:lnTo>
                  <a:pt x="88925" y="0"/>
                </a:lnTo>
                <a:close/>
              </a:path>
            </a:pathLst>
          </a:custGeom>
          <a:solidFill>
            <a:srgbClr val="137CB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41037" y="12"/>
            <a:ext cx="1350352" cy="129670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10881004" y="12"/>
            <a:ext cx="1310640" cy="1234440"/>
          </a:xfrm>
          <a:custGeom>
            <a:avLst/>
            <a:gdLst/>
            <a:ahLst/>
            <a:cxnLst/>
            <a:rect l="l" t="t" r="r" b="b"/>
            <a:pathLst>
              <a:path w="1310640" h="1234440">
                <a:moveTo>
                  <a:pt x="1310385" y="0"/>
                </a:moveTo>
                <a:lnTo>
                  <a:pt x="148941" y="0"/>
                </a:lnTo>
                <a:lnTo>
                  <a:pt x="131055" y="24954"/>
                </a:lnTo>
                <a:lnTo>
                  <a:pt x="104038" y="68389"/>
                </a:lnTo>
                <a:lnTo>
                  <a:pt x="80031" y="113383"/>
                </a:lnTo>
                <a:lnTo>
                  <a:pt x="59075" y="159707"/>
                </a:lnTo>
                <a:lnTo>
                  <a:pt x="41216" y="207204"/>
                </a:lnTo>
                <a:lnTo>
                  <a:pt x="26501" y="255719"/>
                </a:lnTo>
                <a:lnTo>
                  <a:pt x="14976" y="305095"/>
                </a:lnTo>
                <a:lnTo>
                  <a:pt x="6686" y="355177"/>
                </a:lnTo>
                <a:lnTo>
                  <a:pt x="1679" y="405807"/>
                </a:lnTo>
                <a:lnTo>
                  <a:pt x="0" y="456831"/>
                </a:lnTo>
                <a:lnTo>
                  <a:pt x="1679" y="507852"/>
                </a:lnTo>
                <a:lnTo>
                  <a:pt x="6686" y="558484"/>
                </a:lnTo>
                <a:lnTo>
                  <a:pt x="14976" y="608577"/>
                </a:lnTo>
                <a:lnTo>
                  <a:pt x="26501" y="657979"/>
                </a:lnTo>
                <a:lnTo>
                  <a:pt x="41216" y="706536"/>
                </a:lnTo>
                <a:lnTo>
                  <a:pt x="59075" y="754099"/>
                </a:lnTo>
                <a:lnTo>
                  <a:pt x="80031" y="800514"/>
                </a:lnTo>
                <a:lnTo>
                  <a:pt x="104038" y="845629"/>
                </a:lnTo>
                <a:lnTo>
                  <a:pt x="131055" y="888943"/>
                </a:lnTo>
                <a:lnTo>
                  <a:pt x="160733" y="930260"/>
                </a:lnTo>
                <a:lnTo>
                  <a:pt x="192968" y="969467"/>
                </a:lnTo>
                <a:lnTo>
                  <a:pt x="227653" y="1006457"/>
                </a:lnTo>
                <a:lnTo>
                  <a:pt x="264684" y="1041118"/>
                </a:lnTo>
                <a:lnTo>
                  <a:pt x="303956" y="1073341"/>
                </a:lnTo>
                <a:lnTo>
                  <a:pt x="345362" y="1103016"/>
                </a:lnTo>
                <a:lnTo>
                  <a:pt x="388797" y="1130033"/>
                </a:lnTo>
                <a:lnTo>
                  <a:pt x="433791" y="1154036"/>
                </a:lnTo>
                <a:lnTo>
                  <a:pt x="480115" y="1174991"/>
                </a:lnTo>
                <a:lnTo>
                  <a:pt x="527612" y="1192849"/>
                </a:lnTo>
                <a:lnTo>
                  <a:pt x="576127" y="1207565"/>
                </a:lnTo>
                <a:lnTo>
                  <a:pt x="625503" y="1219091"/>
                </a:lnTo>
                <a:lnTo>
                  <a:pt x="675585" y="1227382"/>
                </a:lnTo>
                <a:lnTo>
                  <a:pt x="726216" y="1232391"/>
                </a:lnTo>
                <a:lnTo>
                  <a:pt x="777239" y="1234071"/>
                </a:lnTo>
                <a:lnTo>
                  <a:pt x="828260" y="1232391"/>
                </a:lnTo>
                <a:lnTo>
                  <a:pt x="878892" y="1227382"/>
                </a:lnTo>
                <a:lnTo>
                  <a:pt x="928985" y="1219091"/>
                </a:lnTo>
                <a:lnTo>
                  <a:pt x="978387" y="1207565"/>
                </a:lnTo>
                <a:lnTo>
                  <a:pt x="1026945" y="1192849"/>
                </a:lnTo>
                <a:lnTo>
                  <a:pt x="1074507" y="1174991"/>
                </a:lnTo>
                <a:lnTo>
                  <a:pt x="1120922" y="1154036"/>
                </a:lnTo>
                <a:lnTo>
                  <a:pt x="1166037" y="1130033"/>
                </a:lnTo>
                <a:lnTo>
                  <a:pt x="1209352" y="1103016"/>
                </a:lnTo>
                <a:lnTo>
                  <a:pt x="1250668" y="1073341"/>
                </a:lnTo>
                <a:lnTo>
                  <a:pt x="1289876" y="1041118"/>
                </a:lnTo>
                <a:lnTo>
                  <a:pt x="1310385" y="1021900"/>
                </a:lnTo>
                <a:lnTo>
                  <a:pt x="1310385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252517" y="5423395"/>
            <a:ext cx="938872" cy="1359725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11292484" y="5440324"/>
            <a:ext cx="899160" cy="1280160"/>
          </a:xfrm>
          <a:custGeom>
            <a:avLst/>
            <a:gdLst/>
            <a:ahLst/>
            <a:cxnLst/>
            <a:rect l="l" t="t" r="r" b="b"/>
            <a:pathLst>
              <a:path w="899159" h="1280159">
                <a:moveTo>
                  <a:pt x="640079" y="0"/>
                </a:moveTo>
                <a:lnTo>
                  <a:pt x="592086" y="1798"/>
                </a:lnTo>
                <a:lnTo>
                  <a:pt x="544514" y="7161"/>
                </a:lnTo>
                <a:lnTo>
                  <a:pt x="497565" y="16037"/>
                </a:lnTo>
                <a:lnTo>
                  <a:pt x="451441" y="28376"/>
                </a:lnTo>
                <a:lnTo>
                  <a:pt x="406344" y="44129"/>
                </a:lnTo>
                <a:lnTo>
                  <a:pt x="362476" y="63245"/>
                </a:lnTo>
                <a:lnTo>
                  <a:pt x="320039" y="85674"/>
                </a:lnTo>
                <a:lnTo>
                  <a:pt x="279397" y="111238"/>
                </a:lnTo>
                <a:lnTo>
                  <a:pt x="240890" y="139692"/>
                </a:lnTo>
                <a:lnTo>
                  <a:pt x="204670" y="170887"/>
                </a:lnTo>
                <a:lnTo>
                  <a:pt x="170887" y="204670"/>
                </a:lnTo>
                <a:lnTo>
                  <a:pt x="139692" y="240890"/>
                </a:lnTo>
                <a:lnTo>
                  <a:pt x="111238" y="279397"/>
                </a:lnTo>
                <a:lnTo>
                  <a:pt x="85674" y="320039"/>
                </a:lnTo>
                <a:lnTo>
                  <a:pt x="63245" y="362476"/>
                </a:lnTo>
                <a:lnTo>
                  <a:pt x="44129" y="406344"/>
                </a:lnTo>
                <a:lnTo>
                  <a:pt x="28376" y="451441"/>
                </a:lnTo>
                <a:lnTo>
                  <a:pt x="16037" y="497565"/>
                </a:lnTo>
                <a:lnTo>
                  <a:pt x="7161" y="544514"/>
                </a:lnTo>
                <a:lnTo>
                  <a:pt x="1798" y="592086"/>
                </a:lnTo>
                <a:lnTo>
                  <a:pt x="0" y="640079"/>
                </a:lnTo>
                <a:lnTo>
                  <a:pt x="1798" y="688072"/>
                </a:lnTo>
                <a:lnTo>
                  <a:pt x="7161" y="735643"/>
                </a:lnTo>
                <a:lnTo>
                  <a:pt x="16037" y="782590"/>
                </a:lnTo>
                <a:lnTo>
                  <a:pt x="28376" y="828712"/>
                </a:lnTo>
                <a:lnTo>
                  <a:pt x="44129" y="873809"/>
                </a:lnTo>
                <a:lnTo>
                  <a:pt x="63245" y="917679"/>
                </a:lnTo>
                <a:lnTo>
                  <a:pt x="85674" y="960119"/>
                </a:lnTo>
                <a:lnTo>
                  <a:pt x="111238" y="1000757"/>
                </a:lnTo>
                <a:lnTo>
                  <a:pt x="139692" y="1039261"/>
                </a:lnTo>
                <a:lnTo>
                  <a:pt x="170887" y="1075479"/>
                </a:lnTo>
                <a:lnTo>
                  <a:pt x="204670" y="1109260"/>
                </a:lnTo>
                <a:lnTo>
                  <a:pt x="240890" y="1140454"/>
                </a:lnTo>
                <a:lnTo>
                  <a:pt x="279397" y="1168909"/>
                </a:lnTo>
                <a:lnTo>
                  <a:pt x="320039" y="1194473"/>
                </a:lnTo>
                <a:lnTo>
                  <a:pt x="362476" y="1216902"/>
                </a:lnTo>
                <a:lnTo>
                  <a:pt x="406344" y="1236020"/>
                </a:lnTo>
                <a:lnTo>
                  <a:pt x="451441" y="1251775"/>
                </a:lnTo>
                <a:lnTo>
                  <a:pt x="497565" y="1264117"/>
                </a:lnTo>
                <a:lnTo>
                  <a:pt x="544514" y="1272996"/>
                </a:lnTo>
                <a:lnTo>
                  <a:pt x="592086" y="1278360"/>
                </a:lnTo>
                <a:lnTo>
                  <a:pt x="640079" y="1280159"/>
                </a:lnTo>
                <a:lnTo>
                  <a:pt x="688072" y="1278360"/>
                </a:lnTo>
                <a:lnTo>
                  <a:pt x="735643" y="1272996"/>
                </a:lnTo>
                <a:lnTo>
                  <a:pt x="782590" y="1264117"/>
                </a:lnTo>
                <a:lnTo>
                  <a:pt x="828712" y="1251775"/>
                </a:lnTo>
                <a:lnTo>
                  <a:pt x="873809" y="1236020"/>
                </a:lnTo>
                <a:lnTo>
                  <a:pt x="898905" y="1225083"/>
                </a:lnTo>
                <a:lnTo>
                  <a:pt x="898905" y="55065"/>
                </a:lnTo>
                <a:lnTo>
                  <a:pt x="828712" y="28376"/>
                </a:lnTo>
                <a:lnTo>
                  <a:pt x="782590" y="16037"/>
                </a:lnTo>
                <a:lnTo>
                  <a:pt x="735643" y="7161"/>
                </a:lnTo>
                <a:lnTo>
                  <a:pt x="688072" y="1798"/>
                </a:lnTo>
                <a:lnTo>
                  <a:pt x="640079" y="0"/>
                </a:lnTo>
                <a:close/>
              </a:path>
            </a:pathLst>
          </a:custGeom>
          <a:solidFill>
            <a:srgbClr val="30C3BD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0" y="5789155"/>
            <a:ext cx="633971" cy="1068489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-2656" y="5806084"/>
            <a:ext cx="596900" cy="1051560"/>
          </a:xfrm>
          <a:custGeom>
            <a:avLst/>
            <a:gdLst/>
            <a:ahLst/>
            <a:cxnLst/>
            <a:rect l="l" t="t" r="r" b="b"/>
            <a:pathLst>
              <a:path w="596900" h="1051559">
                <a:moveTo>
                  <a:pt x="48020" y="0"/>
                </a:moveTo>
                <a:lnTo>
                  <a:pt x="0" y="2089"/>
                </a:lnTo>
                <a:lnTo>
                  <a:pt x="2656" y="2089"/>
                </a:lnTo>
                <a:lnTo>
                  <a:pt x="2656" y="1051559"/>
                </a:lnTo>
                <a:lnTo>
                  <a:pt x="266346" y="1051559"/>
                </a:lnTo>
                <a:lnTo>
                  <a:pt x="279718" y="1046024"/>
                </a:lnTo>
                <a:lnTo>
                  <a:pt x="322340" y="1023835"/>
                </a:lnTo>
                <a:lnTo>
                  <a:pt x="362869" y="998007"/>
                </a:lnTo>
                <a:lnTo>
                  <a:pt x="400818" y="968878"/>
                </a:lnTo>
                <a:lnTo>
                  <a:pt x="436009" y="936628"/>
                </a:lnTo>
                <a:lnTo>
                  <a:pt x="468259" y="901438"/>
                </a:lnTo>
                <a:lnTo>
                  <a:pt x="497388" y="863488"/>
                </a:lnTo>
                <a:lnTo>
                  <a:pt x="523216" y="822959"/>
                </a:lnTo>
                <a:lnTo>
                  <a:pt x="545405" y="780337"/>
                </a:lnTo>
                <a:lnTo>
                  <a:pt x="563695" y="736156"/>
                </a:lnTo>
                <a:lnTo>
                  <a:pt x="578026" y="690657"/>
                </a:lnTo>
                <a:lnTo>
                  <a:pt x="588338" y="644079"/>
                </a:lnTo>
                <a:lnTo>
                  <a:pt x="594570" y="596660"/>
                </a:lnTo>
                <a:lnTo>
                  <a:pt x="596660" y="548639"/>
                </a:lnTo>
                <a:lnTo>
                  <a:pt x="594570" y="500619"/>
                </a:lnTo>
                <a:lnTo>
                  <a:pt x="588338" y="453198"/>
                </a:lnTo>
                <a:lnTo>
                  <a:pt x="578026" y="406617"/>
                </a:lnTo>
                <a:lnTo>
                  <a:pt x="563695" y="361117"/>
                </a:lnTo>
                <a:lnTo>
                  <a:pt x="545405" y="316938"/>
                </a:lnTo>
                <a:lnTo>
                  <a:pt x="523216" y="274319"/>
                </a:lnTo>
                <a:lnTo>
                  <a:pt x="497388" y="233787"/>
                </a:lnTo>
                <a:lnTo>
                  <a:pt x="468259" y="195835"/>
                </a:lnTo>
                <a:lnTo>
                  <a:pt x="436009" y="160645"/>
                </a:lnTo>
                <a:lnTo>
                  <a:pt x="400818" y="128395"/>
                </a:lnTo>
                <a:lnTo>
                  <a:pt x="362869" y="99264"/>
                </a:lnTo>
                <a:lnTo>
                  <a:pt x="322340" y="73431"/>
                </a:lnTo>
                <a:lnTo>
                  <a:pt x="279718" y="51243"/>
                </a:lnTo>
                <a:lnTo>
                  <a:pt x="235537" y="32956"/>
                </a:lnTo>
                <a:lnTo>
                  <a:pt x="190038" y="18627"/>
                </a:lnTo>
                <a:lnTo>
                  <a:pt x="143460" y="8318"/>
                </a:lnTo>
                <a:lnTo>
                  <a:pt x="96041" y="2089"/>
                </a:lnTo>
                <a:lnTo>
                  <a:pt x="48020" y="0"/>
                </a:lnTo>
                <a:close/>
              </a:path>
            </a:pathLst>
          </a:custGeom>
          <a:solidFill>
            <a:srgbClr val="3173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17016" y="443420"/>
            <a:ext cx="4154804" cy="4673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900" b="0" i="0">
                <a:solidFill>
                  <a:srgbClr val="F7F9FB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735736" y="6512404"/>
            <a:ext cx="3336925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128521" y="6512404"/>
            <a:ext cx="340360" cy="1600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50" b="0" i="0">
                <a:solidFill>
                  <a:srgbClr val="E7EEF7"/>
                </a:solidFill>
                <a:latin typeface="Arial MT"/>
                <a:cs typeface="Arial MT"/>
              </a:defRPr>
            </a:lvl1pPr>
          </a:lstStyle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2.png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png"/><Relationship Id="rId8" Type="http://schemas.openxmlformats.org/officeDocument/2006/relationships/image" Target="../media/image25.png"/><Relationship Id="rId7" Type="http://schemas.openxmlformats.org/officeDocument/2006/relationships/image" Target="../media/image24.png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2" Type="http://schemas.openxmlformats.org/officeDocument/2006/relationships/slideLayout" Target="../slideLayouts/slideLayout3.xml"/><Relationship Id="rId11" Type="http://schemas.openxmlformats.org/officeDocument/2006/relationships/image" Target="../media/image28.png"/><Relationship Id="rId10" Type="http://schemas.openxmlformats.org/officeDocument/2006/relationships/image" Target="../media/image27.png"/><Relationship Id="rId1" Type="http://schemas.openxmlformats.org/officeDocument/2006/relationships/image" Target="../media/image1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5.png"/><Relationship Id="rId1" Type="http://schemas.openxmlformats.org/officeDocument/2006/relationships/image" Target="../media/image3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7.png"/><Relationship Id="rId1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13778" y="563651"/>
            <a:ext cx="236854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CS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8745" y="418934"/>
            <a:ext cx="5279390" cy="42354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BHARATHIYAR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ARTS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AND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SCIENCE</a:t>
            </a:r>
            <a:r>
              <a:rPr sz="1100" spc="3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COLLEGE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FOR</a:t>
            </a:r>
            <a:r>
              <a:rPr sz="1100" spc="3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dirty="0">
                <a:solidFill>
                  <a:srgbClr val="0C1B33"/>
                </a:solidFill>
                <a:latin typeface="Arial MT"/>
                <a:cs typeface="Arial MT"/>
              </a:rPr>
              <a:t>WOMEN</a:t>
            </a:r>
            <a:r>
              <a:rPr sz="1100" spc="25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1100" spc="-10" dirty="0">
                <a:solidFill>
                  <a:srgbClr val="0C1B33"/>
                </a:solidFill>
                <a:latin typeface="Arial MT"/>
                <a:cs typeface="Arial MT"/>
              </a:rPr>
              <a:t>(AUTONOMOUS)</a:t>
            </a:r>
            <a:endParaRPr sz="11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Deviyakurichi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•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850" spc="19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with</a:t>
            </a:r>
            <a:r>
              <a:rPr sz="85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dirty="0">
                <a:solidFill>
                  <a:srgbClr val="5A697B"/>
                </a:solidFill>
                <a:latin typeface="Arial MT"/>
                <a:cs typeface="Arial MT"/>
              </a:rPr>
              <a:t>Cyber</a:t>
            </a:r>
            <a:r>
              <a:rPr sz="850" spc="9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850" spc="-1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69083" y="426580"/>
            <a:ext cx="2969895" cy="528320"/>
            <a:chOff x="8569083" y="426580"/>
            <a:chExt cx="2969895" cy="52832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569083" y="426580"/>
              <a:ext cx="2969641" cy="5277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2806915" y="0"/>
                  </a:moveTo>
                  <a:lnTo>
                    <a:pt x="73075" y="0"/>
                  </a:lnTo>
                  <a:lnTo>
                    <a:pt x="63597" y="607"/>
                  </a:lnTo>
                  <a:lnTo>
                    <a:pt x="21417" y="21470"/>
                  </a:lnTo>
                  <a:lnTo>
                    <a:pt x="607" y="63449"/>
                  </a:lnTo>
                  <a:lnTo>
                    <a:pt x="0" y="73088"/>
                  </a:lnTo>
                  <a:lnTo>
                    <a:pt x="0" y="365760"/>
                  </a:lnTo>
                  <a:lnTo>
                    <a:pt x="594" y="375038"/>
                  </a:lnTo>
                  <a:lnTo>
                    <a:pt x="607" y="375238"/>
                  </a:lnTo>
                  <a:lnTo>
                    <a:pt x="21413" y="417377"/>
                  </a:lnTo>
                  <a:lnTo>
                    <a:pt x="63442" y="438241"/>
                  </a:lnTo>
                  <a:lnTo>
                    <a:pt x="73075" y="438848"/>
                  </a:lnTo>
                  <a:lnTo>
                    <a:pt x="2807271" y="438480"/>
                  </a:lnTo>
                  <a:lnTo>
                    <a:pt x="2851649" y="423388"/>
                  </a:lnTo>
                  <a:lnTo>
                    <a:pt x="2874812" y="393656"/>
                  </a:lnTo>
                  <a:lnTo>
                    <a:pt x="2874889" y="393500"/>
                  </a:lnTo>
                  <a:lnTo>
                    <a:pt x="2877869" y="384616"/>
                  </a:lnTo>
                  <a:lnTo>
                    <a:pt x="2877929" y="384438"/>
                  </a:lnTo>
                  <a:lnTo>
                    <a:pt x="2879713" y="375238"/>
                  </a:lnTo>
                  <a:lnTo>
                    <a:pt x="2879752" y="375038"/>
                  </a:lnTo>
                  <a:lnTo>
                    <a:pt x="2880337" y="365760"/>
                  </a:lnTo>
                  <a:lnTo>
                    <a:pt x="2880360" y="365404"/>
                  </a:lnTo>
                  <a:lnTo>
                    <a:pt x="2879991" y="73088"/>
                  </a:lnTo>
                  <a:lnTo>
                    <a:pt x="2864900" y="28710"/>
                  </a:lnTo>
                  <a:lnTo>
                    <a:pt x="2825950" y="2430"/>
                  </a:lnTo>
                  <a:lnTo>
                    <a:pt x="2816549" y="607"/>
                  </a:lnTo>
                  <a:lnTo>
                    <a:pt x="2806915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8613724" y="448195"/>
              <a:ext cx="2880360" cy="439420"/>
            </a:xfrm>
            <a:custGeom>
              <a:avLst/>
              <a:gdLst/>
              <a:ahLst/>
              <a:cxnLst/>
              <a:rect l="l" t="t" r="r" b="b"/>
              <a:pathLst>
                <a:path w="2880359" h="439419">
                  <a:moveTo>
                    <a:pt x="0" y="73088"/>
                  </a:moveTo>
                  <a:lnTo>
                    <a:pt x="607" y="63449"/>
                  </a:lnTo>
                  <a:lnTo>
                    <a:pt x="2428" y="54048"/>
                  </a:lnTo>
                  <a:lnTo>
                    <a:pt x="28698" y="15103"/>
                  </a:lnTo>
                  <a:lnTo>
                    <a:pt x="73075" y="0"/>
                  </a:lnTo>
                  <a:lnTo>
                    <a:pt x="2806915" y="0"/>
                  </a:lnTo>
                  <a:lnTo>
                    <a:pt x="2851443" y="15109"/>
                  </a:lnTo>
                  <a:lnTo>
                    <a:pt x="2877562" y="54232"/>
                  </a:lnTo>
                  <a:lnTo>
                    <a:pt x="2879991" y="73088"/>
                  </a:lnTo>
                  <a:lnTo>
                    <a:pt x="2880360" y="365404"/>
                  </a:lnTo>
                  <a:lnTo>
                    <a:pt x="2879752" y="375038"/>
                  </a:lnTo>
                  <a:lnTo>
                    <a:pt x="2877929" y="384438"/>
                  </a:lnTo>
                  <a:lnTo>
                    <a:pt x="2851649" y="423388"/>
                  </a:lnTo>
                  <a:lnTo>
                    <a:pt x="2807271" y="438480"/>
                  </a:lnTo>
                  <a:lnTo>
                    <a:pt x="73075" y="438848"/>
                  </a:lnTo>
                  <a:lnTo>
                    <a:pt x="28548" y="423738"/>
                  </a:lnTo>
                  <a:lnTo>
                    <a:pt x="2428" y="384616"/>
                  </a:lnTo>
                  <a:lnTo>
                    <a:pt x="0" y="365760"/>
                  </a:lnTo>
                  <a:lnTo>
                    <a:pt x="0" y="73088"/>
                  </a:lnTo>
                  <a:close/>
                </a:path>
              </a:pathLst>
            </a:custGeom>
            <a:ln w="9359">
              <a:solidFill>
                <a:srgbClr val="A2D5D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8927541" y="578421"/>
            <a:ext cx="2264410" cy="1435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NAAN</a:t>
            </a:r>
            <a:r>
              <a:rPr sz="750" spc="5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MUDHALVAN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750" spc="6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137CB0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77075" y="1441069"/>
            <a:ext cx="1598295" cy="418465"/>
            <a:chOff x="577075" y="1441069"/>
            <a:chExt cx="1598295" cy="418465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77075" y="1441069"/>
              <a:ext cx="1598041" cy="417969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1453680" y="0"/>
                  </a:moveTo>
                  <a:lnTo>
                    <a:pt x="54724" y="0"/>
                  </a:lnTo>
                  <a:lnTo>
                    <a:pt x="47665" y="466"/>
                  </a:lnTo>
                  <a:lnTo>
                    <a:pt x="11280" y="21420"/>
                  </a:lnTo>
                  <a:lnTo>
                    <a:pt x="0" y="54711"/>
                  </a:lnTo>
                  <a:lnTo>
                    <a:pt x="0" y="274319"/>
                  </a:lnTo>
                  <a:lnTo>
                    <a:pt x="453" y="281167"/>
                  </a:lnTo>
                  <a:lnTo>
                    <a:pt x="467" y="281378"/>
                  </a:lnTo>
                  <a:lnTo>
                    <a:pt x="1803" y="288178"/>
                  </a:lnTo>
                  <a:lnTo>
                    <a:pt x="1847" y="288402"/>
                  </a:lnTo>
                  <a:lnTo>
                    <a:pt x="4002" y="294918"/>
                  </a:lnTo>
                  <a:lnTo>
                    <a:pt x="33769" y="324932"/>
                  </a:lnTo>
                  <a:lnTo>
                    <a:pt x="48078" y="328675"/>
                  </a:lnTo>
                  <a:lnTo>
                    <a:pt x="49224" y="328675"/>
                  </a:lnTo>
                  <a:lnTo>
                    <a:pt x="54724" y="329031"/>
                  </a:lnTo>
                  <a:lnTo>
                    <a:pt x="1454048" y="328675"/>
                  </a:lnTo>
                  <a:lnTo>
                    <a:pt x="1492700" y="312750"/>
                  </a:lnTo>
                  <a:lnTo>
                    <a:pt x="1506841" y="288402"/>
                  </a:lnTo>
                  <a:lnTo>
                    <a:pt x="1506916" y="288178"/>
                  </a:lnTo>
                  <a:lnTo>
                    <a:pt x="1508252" y="281378"/>
                  </a:lnTo>
                  <a:lnTo>
                    <a:pt x="1508293" y="281167"/>
                  </a:lnTo>
                  <a:lnTo>
                    <a:pt x="1508736" y="274319"/>
                  </a:lnTo>
                  <a:lnTo>
                    <a:pt x="1508404" y="54711"/>
                  </a:lnTo>
                  <a:lnTo>
                    <a:pt x="1492478" y="16059"/>
                  </a:lnTo>
                  <a:lnTo>
                    <a:pt x="1460896" y="466"/>
                  </a:lnTo>
                  <a:lnTo>
                    <a:pt x="1453680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621715" y="1462684"/>
              <a:ext cx="1508760" cy="329565"/>
            </a:xfrm>
            <a:custGeom>
              <a:avLst/>
              <a:gdLst/>
              <a:ahLst/>
              <a:cxnLst/>
              <a:rect l="l" t="t" r="r" b="b"/>
              <a:pathLst>
                <a:path w="1508760" h="329564">
                  <a:moveTo>
                    <a:pt x="0" y="54711"/>
                  </a:moveTo>
                  <a:lnTo>
                    <a:pt x="467" y="47502"/>
                  </a:lnTo>
                  <a:lnTo>
                    <a:pt x="1847" y="40495"/>
                  </a:lnTo>
                  <a:lnTo>
                    <a:pt x="27368" y="7200"/>
                  </a:lnTo>
                  <a:lnTo>
                    <a:pt x="54724" y="0"/>
                  </a:lnTo>
                  <a:lnTo>
                    <a:pt x="1453680" y="0"/>
                  </a:lnTo>
                  <a:lnTo>
                    <a:pt x="1492478" y="16059"/>
                  </a:lnTo>
                  <a:lnTo>
                    <a:pt x="1508404" y="54711"/>
                  </a:lnTo>
                  <a:lnTo>
                    <a:pt x="1508759" y="273951"/>
                  </a:lnTo>
                  <a:lnTo>
                    <a:pt x="1508293" y="281167"/>
                  </a:lnTo>
                  <a:lnTo>
                    <a:pt x="1506916" y="288178"/>
                  </a:lnTo>
                  <a:lnTo>
                    <a:pt x="1481404" y="321475"/>
                  </a:lnTo>
                  <a:lnTo>
                    <a:pt x="54724" y="329031"/>
                  </a:lnTo>
                  <a:lnTo>
                    <a:pt x="15936" y="312972"/>
                  </a:lnTo>
                  <a:lnTo>
                    <a:pt x="0" y="274319"/>
                  </a:lnTo>
                  <a:lnTo>
                    <a:pt x="0" y="54711"/>
                  </a:lnTo>
                  <a:close/>
                </a:path>
              </a:pathLst>
            </a:custGeom>
            <a:ln w="9359">
              <a:solidFill>
                <a:srgbClr val="AEDBE1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13942" y="1547901"/>
            <a:ext cx="922655" cy="1504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AI</a:t>
            </a:r>
            <a:r>
              <a:rPr sz="800" spc="3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•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137CB0"/>
                </a:solidFill>
                <a:latin typeface="Arial MT"/>
                <a:cs typeface="Arial MT"/>
              </a:rPr>
              <a:t>BACKEND</a:t>
            </a:r>
            <a:r>
              <a:rPr sz="800" spc="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800" spc="-25" dirty="0">
                <a:solidFill>
                  <a:srgbClr val="137CB0"/>
                </a:solidFill>
                <a:latin typeface="Arial MT"/>
                <a:cs typeface="Arial MT"/>
              </a:rPr>
              <a:t>API</a:t>
            </a:r>
            <a:endParaRPr sz="8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98665" y="1977745"/>
            <a:ext cx="4136390" cy="1223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AI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r>
              <a:rPr sz="3400" spc="10" dirty="0">
                <a:solidFill>
                  <a:srgbClr val="0C1B33"/>
                </a:solidFill>
                <a:latin typeface="Arial MT"/>
                <a:cs typeface="Arial MT"/>
              </a:rPr>
              <a:t> </a:t>
            </a:r>
            <a:r>
              <a:rPr sz="3400" spc="-25" dirty="0">
                <a:solidFill>
                  <a:srgbClr val="0C1B33"/>
                </a:solidFill>
                <a:latin typeface="Arial MT"/>
                <a:cs typeface="Arial MT"/>
              </a:rPr>
              <a:t>API</a:t>
            </a:r>
            <a:endParaRPr sz="3400">
              <a:latin typeface="Arial MT"/>
              <a:cs typeface="Arial MT"/>
            </a:endParaRPr>
          </a:p>
          <a:p>
            <a:pPr marL="30480" marR="5080">
              <a:lnSpc>
                <a:spcPct val="100000"/>
              </a:lnSpc>
              <a:spcBef>
                <a:spcPts val="2235"/>
              </a:spcBef>
            </a:pP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AI-powered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REST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API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for</a:t>
            </a:r>
            <a:r>
              <a:rPr sz="1300" spc="8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intelligent</a:t>
            </a:r>
            <a:r>
              <a:rPr sz="1300" spc="7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blog</a:t>
            </a:r>
            <a:r>
              <a:rPr sz="1300" spc="7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creation,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content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management,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r>
              <a:rPr sz="1300" spc="12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and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5A697B"/>
                </a:solidFill>
                <a:latin typeface="Arial MT"/>
                <a:cs typeface="Arial MT"/>
              </a:rPr>
              <a:t>AI-assisted</a:t>
            </a:r>
            <a:r>
              <a:rPr sz="130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5A697B"/>
                </a:solidFill>
                <a:latin typeface="Arial MT"/>
                <a:cs typeface="Arial MT"/>
              </a:rPr>
              <a:t>writing.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8601126" y="1491830"/>
            <a:ext cx="2594610" cy="2594610"/>
            <a:chOff x="8601126" y="1491830"/>
            <a:chExt cx="2594610" cy="2594610"/>
          </a:xfrm>
        </p:grpSpPr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601126" y="1491830"/>
              <a:ext cx="2594521" cy="259416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8641080" y="1508760"/>
              <a:ext cx="2514600" cy="2514600"/>
            </a:xfrm>
            <a:custGeom>
              <a:avLst/>
              <a:gdLst/>
              <a:ahLst/>
              <a:cxnLst/>
              <a:rect l="l" t="t" r="r" b="b"/>
              <a:pathLst>
                <a:path w="2514600" h="2514600">
                  <a:moveTo>
                    <a:pt x="1257477" y="0"/>
                  </a:moveTo>
                  <a:lnTo>
                    <a:pt x="1206554" y="1026"/>
                  </a:lnTo>
                  <a:lnTo>
                    <a:pt x="1155842" y="4094"/>
                  </a:lnTo>
                  <a:lnTo>
                    <a:pt x="1105400" y="9189"/>
                  </a:lnTo>
                  <a:lnTo>
                    <a:pt x="1055285" y="16294"/>
                  </a:lnTo>
                  <a:lnTo>
                    <a:pt x="1005556" y="25395"/>
                  </a:lnTo>
                  <a:lnTo>
                    <a:pt x="956271" y="36474"/>
                  </a:lnTo>
                  <a:lnTo>
                    <a:pt x="907487" y="49517"/>
                  </a:lnTo>
                  <a:lnTo>
                    <a:pt x="859263" y="64507"/>
                  </a:lnTo>
                  <a:lnTo>
                    <a:pt x="811656" y="81429"/>
                  </a:lnTo>
                  <a:lnTo>
                    <a:pt x="764724" y="100268"/>
                  </a:lnTo>
                  <a:lnTo>
                    <a:pt x="718526" y="121006"/>
                  </a:lnTo>
                  <a:lnTo>
                    <a:pt x="673118" y="143630"/>
                  </a:lnTo>
                  <a:lnTo>
                    <a:pt x="628561" y="168122"/>
                  </a:lnTo>
                  <a:lnTo>
                    <a:pt x="585029" y="194475"/>
                  </a:lnTo>
                  <a:lnTo>
                    <a:pt x="542692" y="222497"/>
                  </a:lnTo>
                  <a:lnTo>
                    <a:pt x="501594" y="252146"/>
                  </a:lnTo>
                  <a:lnTo>
                    <a:pt x="461779" y="283378"/>
                  </a:lnTo>
                  <a:lnTo>
                    <a:pt x="423291" y="316150"/>
                  </a:lnTo>
                  <a:lnTo>
                    <a:pt x="386174" y="350418"/>
                  </a:lnTo>
                  <a:lnTo>
                    <a:pt x="350473" y="386139"/>
                  </a:lnTo>
                  <a:lnTo>
                    <a:pt x="316232" y="423270"/>
                  </a:lnTo>
                  <a:lnTo>
                    <a:pt x="283496" y="461768"/>
                  </a:lnTo>
                  <a:lnTo>
                    <a:pt x="252308" y="501590"/>
                  </a:lnTo>
                  <a:lnTo>
                    <a:pt x="222713" y="542691"/>
                  </a:lnTo>
                  <a:lnTo>
                    <a:pt x="194755" y="585029"/>
                  </a:lnTo>
                  <a:lnTo>
                    <a:pt x="168478" y="628561"/>
                  </a:lnTo>
                  <a:lnTo>
                    <a:pt x="143909" y="673118"/>
                  </a:lnTo>
                  <a:lnTo>
                    <a:pt x="121222" y="718524"/>
                  </a:lnTo>
                  <a:lnTo>
                    <a:pt x="100430" y="764720"/>
                  </a:lnTo>
                  <a:lnTo>
                    <a:pt x="81547" y="811645"/>
                  </a:lnTo>
                  <a:lnTo>
                    <a:pt x="64590" y="859242"/>
                  </a:lnTo>
                  <a:lnTo>
                    <a:pt x="49572" y="907452"/>
                  </a:lnTo>
                  <a:lnTo>
                    <a:pt x="36509" y="956216"/>
                  </a:lnTo>
                  <a:lnTo>
                    <a:pt x="25415" y="1005474"/>
                  </a:lnTo>
                  <a:lnTo>
                    <a:pt x="16305" y="1055167"/>
                  </a:lnTo>
                  <a:lnTo>
                    <a:pt x="9193" y="1105238"/>
                  </a:lnTo>
                  <a:lnTo>
                    <a:pt x="4096" y="1155627"/>
                  </a:lnTo>
                  <a:lnTo>
                    <a:pt x="1026" y="1206274"/>
                  </a:lnTo>
                  <a:lnTo>
                    <a:pt x="0" y="1257122"/>
                  </a:lnTo>
                  <a:lnTo>
                    <a:pt x="1026" y="1307967"/>
                  </a:lnTo>
                  <a:lnTo>
                    <a:pt x="4096" y="1358613"/>
                  </a:lnTo>
                  <a:lnTo>
                    <a:pt x="9193" y="1409000"/>
                  </a:lnTo>
                  <a:lnTo>
                    <a:pt x="16305" y="1459070"/>
                  </a:lnTo>
                  <a:lnTo>
                    <a:pt x="25415" y="1508764"/>
                  </a:lnTo>
                  <a:lnTo>
                    <a:pt x="36509" y="1558023"/>
                  </a:lnTo>
                  <a:lnTo>
                    <a:pt x="49572" y="1606787"/>
                  </a:lnTo>
                  <a:lnTo>
                    <a:pt x="64590" y="1654997"/>
                  </a:lnTo>
                  <a:lnTo>
                    <a:pt x="81547" y="1702596"/>
                  </a:lnTo>
                  <a:lnTo>
                    <a:pt x="100430" y="1749522"/>
                  </a:lnTo>
                  <a:lnTo>
                    <a:pt x="121222" y="1795718"/>
                  </a:lnTo>
                  <a:lnTo>
                    <a:pt x="143909" y="1841125"/>
                  </a:lnTo>
                  <a:lnTo>
                    <a:pt x="168478" y="1885683"/>
                  </a:lnTo>
                  <a:lnTo>
                    <a:pt x="194755" y="1929214"/>
                  </a:lnTo>
                  <a:lnTo>
                    <a:pt x="222713" y="1971552"/>
                  </a:lnTo>
                  <a:lnTo>
                    <a:pt x="252308" y="2012652"/>
                  </a:lnTo>
                  <a:lnTo>
                    <a:pt x="283496" y="2052473"/>
                  </a:lnTo>
                  <a:lnTo>
                    <a:pt x="316232" y="2090970"/>
                  </a:lnTo>
                  <a:lnTo>
                    <a:pt x="350473" y="2128100"/>
                  </a:lnTo>
                  <a:lnTo>
                    <a:pt x="386174" y="2163821"/>
                  </a:lnTo>
                  <a:lnTo>
                    <a:pt x="423291" y="2198088"/>
                  </a:lnTo>
                  <a:lnTo>
                    <a:pt x="461779" y="2230860"/>
                  </a:lnTo>
                  <a:lnTo>
                    <a:pt x="501594" y="2262092"/>
                  </a:lnTo>
                  <a:lnTo>
                    <a:pt x="542692" y="2291742"/>
                  </a:lnTo>
                  <a:lnTo>
                    <a:pt x="585029" y="2319766"/>
                  </a:lnTo>
                  <a:lnTo>
                    <a:pt x="628561" y="2346121"/>
                  </a:lnTo>
                  <a:lnTo>
                    <a:pt x="673118" y="2370620"/>
                  </a:lnTo>
                  <a:lnTo>
                    <a:pt x="718526" y="2393260"/>
                  </a:lnTo>
                  <a:lnTo>
                    <a:pt x="764724" y="2414024"/>
                  </a:lnTo>
                  <a:lnTo>
                    <a:pt x="811656" y="2432894"/>
                  </a:lnTo>
                  <a:lnTo>
                    <a:pt x="859263" y="2449854"/>
                  </a:lnTo>
                  <a:lnTo>
                    <a:pt x="907487" y="2464884"/>
                  </a:lnTo>
                  <a:lnTo>
                    <a:pt x="956271" y="2477968"/>
                  </a:lnTo>
                  <a:lnTo>
                    <a:pt x="1005556" y="2489087"/>
                  </a:lnTo>
                  <a:lnTo>
                    <a:pt x="1055285" y="2498224"/>
                  </a:lnTo>
                  <a:lnTo>
                    <a:pt x="1105400" y="2505362"/>
                  </a:lnTo>
                  <a:lnTo>
                    <a:pt x="1155842" y="2510482"/>
                  </a:lnTo>
                  <a:lnTo>
                    <a:pt x="1206554" y="2513567"/>
                  </a:lnTo>
                  <a:lnTo>
                    <a:pt x="1257477" y="2514600"/>
                  </a:lnTo>
                  <a:lnTo>
                    <a:pt x="1308325" y="2513567"/>
                  </a:lnTo>
                  <a:lnTo>
                    <a:pt x="1358972" y="2510482"/>
                  </a:lnTo>
                  <a:lnTo>
                    <a:pt x="1409361" y="2505362"/>
                  </a:lnTo>
                  <a:lnTo>
                    <a:pt x="1459432" y="2498224"/>
                  </a:lnTo>
                  <a:lnTo>
                    <a:pt x="1509125" y="2489087"/>
                  </a:lnTo>
                  <a:lnTo>
                    <a:pt x="1558383" y="2477968"/>
                  </a:lnTo>
                  <a:lnTo>
                    <a:pt x="1607147" y="2464884"/>
                  </a:lnTo>
                  <a:lnTo>
                    <a:pt x="1655357" y="2449854"/>
                  </a:lnTo>
                  <a:lnTo>
                    <a:pt x="1702954" y="2432894"/>
                  </a:lnTo>
                  <a:lnTo>
                    <a:pt x="1749879" y="2414024"/>
                  </a:lnTo>
                  <a:lnTo>
                    <a:pt x="1796075" y="2393260"/>
                  </a:lnTo>
                  <a:lnTo>
                    <a:pt x="1841481" y="2370620"/>
                  </a:lnTo>
                  <a:lnTo>
                    <a:pt x="1886038" y="2346121"/>
                  </a:lnTo>
                  <a:lnTo>
                    <a:pt x="1929570" y="2319766"/>
                  </a:lnTo>
                  <a:lnTo>
                    <a:pt x="1971907" y="2291742"/>
                  </a:lnTo>
                  <a:lnTo>
                    <a:pt x="2013005" y="2262092"/>
                  </a:lnTo>
                  <a:lnTo>
                    <a:pt x="2052820" y="2230860"/>
                  </a:lnTo>
                  <a:lnTo>
                    <a:pt x="2091308" y="2198088"/>
                  </a:lnTo>
                  <a:lnTo>
                    <a:pt x="2128425" y="2163821"/>
                  </a:lnTo>
                  <a:lnTo>
                    <a:pt x="2164126" y="2128100"/>
                  </a:lnTo>
                  <a:lnTo>
                    <a:pt x="2198367" y="2090970"/>
                  </a:lnTo>
                  <a:lnTo>
                    <a:pt x="2231103" y="2052473"/>
                  </a:lnTo>
                  <a:lnTo>
                    <a:pt x="2262291" y="2012652"/>
                  </a:lnTo>
                  <a:lnTo>
                    <a:pt x="2291886" y="1971552"/>
                  </a:lnTo>
                  <a:lnTo>
                    <a:pt x="2319844" y="1929214"/>
                  </a:lnTo>
                  <a:lnTo>
                    <a:pt x="2346121" y="1885683"/>
                  </a:lnTo>
                  <a:lnTo>
                    <a:pt x="2370690" y="1841125"/>
                  </a:lnTo>
                  <a:lnTo>
                    <a:pt x="2393377" y="1795718"/>
                  </a:lnTo>
                  <a:lnTo>
                    <a:pt x="2414169" y="1749522"/>
                  </a:lnTo>
                  <a:lnTo>
                    <a:pt x="2433052" y="1702596"/>
                  </a:lnTo>
                  <a:lnTo>
                    <a:pt x="2450009" y="1654997"/>
                  </a:lnTo>
                  <a:lnTo>
                    <a:pt x="2465027" y="1606787"/>
                  </a:lnTo>
                  <a:lnTo>
                    <a:pt x="2478090" y="1558023"/>
                  </a:lnTo>
                  <a:lnTo>
                    <a:pt x="2489184" y="1508764"/>
                  </a:lnTo>
                  <a:lnTo>
                    <a:pt x="2498294" y="1459070"/>
                  </a:lnTo>
                  <a:lnTo>
                    <a:pt x="2505406" y="1409000"/>
                  </a:lnTo>
                  <a:lnTo>
                    <a:pt x="2510503" y="1358613"/>
                  </a:lnTo>
                  <a:lnTo>
                    <a:pt x="2513573" y="1307967"/>
                  </a:lnTo>
                  <a:lnTo>
                    <a:pt x="2514600" y="1257122"/>
                  </a:lnTo>
                  <a:lnTo>
                    <a:pt x="2513573" y="1206274"/>
                  </a:lnTo>
                  <a:lnTo>
                    <a:pt x="2510503" y="1155627"/>
                  </a:lnTo>
                  <a:lnTo>
                    <a:pt x="2505406" y="1105238"/>
                  </a:lnTo>
                  <a:lnTo>
                    <a:pt x="2498294" y="1055167"/>
                  </a:lnTo>
                  <a:lnTo>
                    <a:pt x="2489184" y="1005474"/>
                  </a:lnTo>
                  <a:lnTo>
                    <a:pt x="2478090" y="956216"/>
                  </a:lnTo>
                  <a:lnTo>
                    <a:pt x="2465027" y="907452"/>
                  </a:lnTo>
                  <a:lnTo>
                    <a:pt x="2450009" y="859242"/>
                  </a:lnTo>
                  <a:lnTo>
                    <a:pt x="2433052" y="811645"/>
                  </a:lnTo>
                  <a:lnTo>
                    <a:pt x="2414169" y="764720"/>
                  </a:lnTo>
                  <a:lnTo>
                    <a:pt x="2393377" y="718524"/>
                  </a:lnTo>
                  <a:lnTo>
                    <a:pt x="2370690" y="673118"/>
                  </a:lnTo>
                  <a:lnTo>
                    <a:pt x="2346121" y="628561"/>
                  </a:lnTo>
                  <a:lnTo>
                    <a:pt x="2319844" y="585029"/>
                  </a:lnTo>
                  <a:lnTo>
                    <a:pt x="2291886" y="542691"/>
                  </a:lnTo>
                  <a:lnTo>
                    <a:pt x="2262291" y="501590"/>
                  </a:lnTo>
                  <a:lnTo>
                    <a:pt x="2231103" y="461768"/>
                  </a:lnTo>
                  <a:lnTo>
                    <a:pt x="2198367" y="423270"/>
                  </a:lnTo>
                  <a:lnTo>
                    <a:pt x="2164126" y="386139"/>
                  </a:lnTo>
                  <a:lnTo>
                    <a:pt x="2128425" y="350418"/>
                  </a:lnTo>
                  <a:lnTo>
                    <a:pt x="2091308" y="316150"/>
                  </a:lnTo>
                  <a:lnTo>
                    <a:pt x="2052820" y="283378"/>
                  </a:lnTo>
                  <a:lnTo>
                    <a:pt x="2013005" y="252146"/>
                  </a:lnTo>
                  <a:lnTo>
                    <a:pt x="1971907" y="222497"/>
                  </a:lnTo>
                  <a:lnTo>
                    <a:pt x="1929570" y="194475"/>
                  </a:lnTo>
                  <a:lnTo>
                    <a:pt x="1886038" y="168122"/>
                  </a:lnTo>
                  <a:lnTo>
                    <a:pt x="1841481" y="143630"/>
                  </a:lnTo>
                  <a:lnTo>
                    <a:pt x="1796075" y="121006"/>
                  </a:lnTo>
                  <a:lnTo>
                    <a:pt x="1749879" y="100268"/>
                  </a:lnTo>
                  <a:lnTo>
                    <a:pt x="1702954" y="81429"/>
                  </a:lnTo>
                  <a:lnTo>
                    <a:pt x="1655357" y="64507"/>
                  </a:lnTo>
                  <a:lnTo>
                    <a:pt x="1607147" y="49517"/>
                  </a:lnTo>
                  <a:lnTo>
                    <a:pt x="1558383" y="36474"/>
                  </a:lnTo>
                  <a:lnTo>
                    <a:pt x="1509125" y="25395"/>
                  </a:lnTo>
                  <a:lnTo>
                    <a:pt x="1459432" y="16294"/>
                  </a:lnTo>
                  <a:lnTo>
                    <a:pt x="1409361" y="9189"/>
                  </a:lnTo>
                  <a:lnTo>
                    <a:pt x="1358972" y="4094"/>
                  </a:lnTo>
                  <a:lnTo>
                    <a:pt x="1308325" y="1026"/>
                  </a:lnTo>
                  <a:lnTo>
                    <a:pt x="1257477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22042" y="2012746"/>
              <a:ext cx="1542961" cy="1542618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9161996" y="2029675"/>
              <a:ext cx="1463040" cy="1463040"/>
            </a:xfrm>
            <a:custGeom>
              <a:avLst/>
              <a:gdLst/>
              <a:ahLst/>
              <a:cxnLst/>
              <a:rect l="l" t="t" r="r" b="b"/>
              <a:pathLst>
                <a:path w="1463040" h="1463039">
                  <a:moveTo>
                    <a:pt x="731520" y="0"/>
                  </a:moveTo>
                  <a:lnTo>
                    <a:pt x="683469" y="1579"/>
                  </a:lnTo>
                  <a:lnTo>
                    <a:pt x="635797" y="6289"/>
                  </a:lnTo>
                  <a:lnTo>
                    <a:pt x="588647" y="14088"/>
                  </a:lnTo>
                  <a:lnTo>
                    <a:pt x="542162" y="24933"/>
                  </a:lnTo>
                  <a:lnTo>
                    <a:pt x="496488" y="38782"/>
                  </a:lnTo>
                  <a:lnTo>
                    <a:pt x="451767" y="55592"/>
                  </a:lnTo>
                  <a:lnTo>
                    <a:pt x="408143" y="75322"/>
                  </a:lnTo>
                  <a:lnTo>
                    <a:pt x="365759" y="97929"/>
                  </a:lnTo>
                  <a:lnTo>
                    <a:pt x="324956" y="123376"/>
                  </a:lnTo>
                  <a:lnTo>
                    <a:pt x="286044" y="151320"/>
                  </a:lnTo>
                  <a:lnTo>
                    <a:pt x="249123" y="181660"/>
                  </a:lnTo>
                  <a:lnTo>
                    <a:pt x="214295" y="214295"/>
                  </a:lnTo>
                  <a:lnTo>
                    <a:pt x="181660" y="249123"/>
                  </a:lnTo>
                  <a:lnTo>
                    <a:pt x="151320" y="286044"/>
                  </a:lnTo>
                  <a:lnTo>
                    <a:pt x="123376" y="324956"/>
                  </a:lnTo>
                  <a:lnTo>
                    <a:pt x="97929" y="365760"/>
                  </a:lnTo>
                  <a:lnTo>
                    <a:pt x="75322" y="408143"/>
                  </a:lnTo>
                  <a:lnTo>
                    <a:pt x="55592" y="451767"/>
                  </a:lnTo>
                  <a:lnTo>
                    <a:pt x="38782" y="496488"/>
                  </a:lnTo>
                  <a:lnTo>
                    <a:pt x="24933" y="542163"/>
                  </a:lnTo>
                  <a:lnTo>
                    <a:pt x="14088" y="588647"/>
                  </a:lnTo>
                  <a:lnTo>
                    <a:pt x="6289" y="635797"/>
                  </a:lnTo>
                  <a:lnTo>
                    <a:pt x="1579" y="683469"/>
                  </a:lnTo>
                  <a:lnTo>
                    <a:pt x="0" y="731519"/>
                  </a:lnTo>
                  <a:lnTo>
                    <a:pt x="1579" y="779574"/>
                  </a:lnTo>
                  <a:lnTo>
                    <a:pt x="6289" y="827248"/>
                  </a:lnTo>
                  <a:lnTo>
                    <a:pt x="14088" y="874398"/>
                  </a:lnTo>
                  <a:lnTo>
                    <a:pt x="24933" y="920881"/>
                  </a:lnTo>
                  <a:lnTo>
                    <a:pt x="38782" y="966554"/>
                  </a:lnTo>
                  <a:lnTo>
                    <a:pt x="55592" y="1011274"/>
                  </a:lnTo>
                  <a:lnTo>
                    <a:pt x="75322" y="1054897"/>
                  </a:lnTo>
                  <a:lnTo>
                    <a:pt x="97929" y="1097279"/>
                  </a:lnTo>
                  <a:lnTo>
                    <a:pt x="123376" y="1138083"/>
                  </a:lnTo>
                  <a:lnTo>
                    <a:pt x="151320" y="1176997"/>
                  </a:lnTo>
                  <a:lnTo>
                    <a:pt x="181660" y="1213920"/>
                  </a:lnTo>
                  <a:lnTo>
                    <a:pt x="214295" y="1248751"/>
                  </a:lnTo>
                  <a:lnTo>
                    <a:pt x="249123" y="1281388"/>
                  </a:lnTo>
                  <a:lnTo>
                    <a:pt x="286044" y="1311730"/>
                  </a:lnTo>
                  <a:lnTo>
                    <a:pt x="324956" y="1339675"/>
                  </a:lnTo>
                  <a:lnTo>
                    <a:pt x="365759" y="1365123"/>
                  </a:lnTo>
                  <a:lnTo>
                    <a:pt x="408143" y="1387729"/>
                  </a:lnTo>
                  <a:lnTo>
                    <a:pt x="451767" y="1407458"/>
                  </a:lnTo>
                  <a:lnTo>
                    <a:pt x="496488" y="1424266"/>
                  </a:lnTo>
                  <a:lnTo>
                    <a:pt x="542163" y="1438113"/>
                  </a:lnTo>
                  <a:lnTo>
                    <a:pt x="588647" y="1448955"/>
                  </a:lnTo>
                  <a:lnTo>
                    <a:pt x="635797" y="1456752"/>
                  </a:lnTo>
                  <a:lnTo>
                    <a:pt x="683469" y="1461461"/>
                  </a:lnTo>
                  <a:lnTo>
                    <a:pt x="731520" y="1463039"/>
                  </a:lnTo>
                  <a:lnTo>
                    <a:pt x="779574" y="1461461"/>
                  </a:lnTo>
                  <a:lnTo>
                    <a:pt x="827248" y="1456752"/>
                  </a:lnTo>
                  <a:lnTo>
                    <a:pt x="874398" y="1448955"/>
                  </a:lnTo>
                  <a:lnTo>
                    <a:pt x="920881" y="1438113"/>
                  </a:lnTo>
                  <a:lnTo>
                    <a:pt x="966554" y="1424266"/>
                  </a:lnTo>
                  <a:lnTo>
                    <a:pt x="1011274" y="1407458"/>
                  </a:lnTo>
                  <a:lnTo>
                    <a:pt x="1054897" y="1387729"/>
                  </a:lnTo>
                  <a:lnTo>
                    <a:pt x="1097279" y="1365123"/>
                  </a:lnTo>
                  <a:lnTo>
                    <a:pt x="1138083" y="1339675"/>
                  </a:lnTo>
                  <a:lnTo>
                    <a:pt x="1176997" y="1311730"/>
                  </a:lnTo>
                  <a:lnTo>
                    <a:pt x="1213920" y="1281388"/>
                  </a:lnTo>
                  <a:lnTo>
                    <a:pt x="1248751" y="1248751"/>
                  </a:lnTo>
                  <a:lnTo>
                    <a:pt x="1281388" y="1213920"/>
                  </a:lnTo>
                  <a:lnTo>
                    <a:pt x="1311730" y="1176997"/>
                  </a:lnTo>
                  <a:lnTo>
                    <a:pt x="1339675" y="1138083"/>
                  </a:lnTo>
                  <a:lnTo>
                    <a:pt x="1365123" y="1097279"/>
                  </a:lnTo>
                  <a:lnTo>
                    <a:pt x="1387729" y="1054897"/>
                  </a:lnTo>
                  <a:lnTo>
                    <a:pt x="1407458" y="1011274"/>
                  </a:lnTo>
                  <a:lnTo>
                    <a:pt x="1424266" y="966554"/>
                  </a:lnTo>
                  <a:lnTo>
                    <a:pt x="1438113" y="920881"/>
                  </a:lnTo>
                  <a:lnTo>
                    <a:pt x="1448955" y="874398"/>
                  </a:lnTo>
                  <a:lnTo>
                    <a:pt x="1456752" y="827248"/>
                  </a:lnTo>
                  <a:lnTo>
                    <a:pt x="1461461" y="779574"/>
                  </a:lnTo>
                  <a:lnTo>
                    <a:pt x="1463039" y="731519"/>
                  </a:lnTo>
                  <a:lnTo>
                    <a:pt x="1461461" y="683469"/>
                  </a:lnTo>
                  <a:lnTo>
                    <a:pt x="1456752" y="635797"/>
                  </a:lnTo>
                  <a:lnTo>
                    <a:pt x="1448955" y="588647"/>
                  </a:lnTo>
                  <a:lnTo>
                    <a:pt x="1438113" y="542163"/>
                  </a:lnTo>
                  <a:lnTo>
                    <a:pt x="1424266" y="496488"/>
                  </a:lnTo>
                  <a:lnTo>
                    <a:pt x="1407458" y="451767"/>
                  </a:lnTo>
                  <a:lnTo>
                    <a:pt x="1387729" y="408143"/>
                  </a:lnTo>
                  <a:lnTo>
                    <a:pt x="1365123" y="365760"/>
                  </a:lnTo>
                  <a:lnTo>
                    <a:pt x="1339675" y="324956"/>
                  </a:lnTo>
                  <a:lnTo>
                    <a:pt x="1311730" y="286044"/>
                  </a:lnTo>
                  <a:lnTo>
                    <a:pt x="1281388" y="249123"/>
                  </a:lnTo>
                  <a:lnTo>
                    <a:pt x="1248751" y="214295"/>
                  </a:lnTo>
                  <a:lnTo>
                    <a:pt x="1213920" y="181660"/>
                  </a:lnTo>
                  <a:lnTo>
                    <a:pt x="1176997" y="151320"/>
                  </a:lnTo>
                  <a:lnTo>
                    <a:pt x="1138083" y="123376"/>
                  </a:lnTo>
                  <a:lnTo>
                    <a:pt x="1097279" y="97929"/>
                  </a:lnTo>
                  <a:lnTo>
                    <a:pt x="1054897" y="75322"/>
                  </a:lnTo>
                  <a:lnTo>
                    <a:pt x="1011274" y="55592"/>
                  </a:lnTo>
                  <a:lnTo>
                    <a:pt x="966554" y="38782"/>
                  </a:lnTo>
                  <a:lnTo>
                    <a:pt x="920881" y="24933"/>
                  </a:lnTo>
                  <a:lnTo>
                    <a:pt x="874398" y="14088"/>
                  </a:lnTo>
                  <a:lnTo>
                    <a:pt x="827248" y="6289"/>
                  </a:lnTo>
                  <a:lnTo>
                    <a:pt x="779574" y="1579"/>
                  </a:lnTo>
                  <a:lnTo>
                    <a:pt x="731520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9467901" y="2220065"/>
            <a:ext cx="859155" cy="833119"/>
          </a:xfrm>
          <a:prstGeom prst="rect">
            <a:avLst/>
          </a:prstGeom>
        </p:spPr>
        <p:txBody>
          <a:bodyPr vert="horz" wrap="square" lIns="0" tIns="1771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395"/>
              </a:spcBef>
            </a:pPr>
            <a:r>
              <a:rPr sz="250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250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z="1200" spc="-10" dirty="0">
                <a:solidFill>
                  <a:srgbClr val="0C1B33"/>
                </a:solidFill>
                <a:latin typeface="Arial MT"/>
                <a:cs typeface="Arial MT"/>
              </a:rPr>
              <a:t>BLOGNEST</a:t>
            </a:r>
            <a:endParaRPr sz="12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599757" y="3530511"/>
            <a:ext cx="1315085" cy="464184"/>
            <a:chOff x="599757" y="3530511"/>
            <a:chExt cx="1315085" cy="464184"/>
          </a:xfrm>
        </p:grpSpPr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9757" y="3530511"/>
              <a:ext cx="131471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639724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397" y="13357"/>
                  </a:lnTo>
                  <a:lnTo>
                    <a:pt x="2516" y="47520"/>
                  </a:lnTo>
                  <a:lnTo>
                    <a:pt x="0" y="320395"/>
                  </a:lnTo>
                  <a:lnTo>
                    <a:pt x="538" y="328745"/>
                  </a:lnTo>
                  <a:lnTo>
                    <a:pt x="18735" y="365626"/>
                  </a:lnTo>
                  <a:lnTo>
                    <a:pt x="55728" y="383939"/>
                  </a:lnTo>
                  <a:lnTo>
                    <a:pt x="64071" y="384479"/>
                  </a:lnTo>
                  <a:lnTo>
                    <a:pt x="1170711" y="384479"/>
                  </a:lnTo>
                  <a:lnTo>
                    <a:pt x="1209753" y="371122"/>
                  </a:lnTo>
                  <a:lnTo>
                    <a:pt x="1232635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5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37CB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1055420" y="3643820"/>
            <a:ext cx="403225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Node.js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953005" y="3530511"/>
            <a:ext cx="1315085" cy="464184"/>
            <a:chOff x="1953005" y="3530511"/>
            <a:chExt cx="1315085" cy="464184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53005" y="3530511"/>
              <a:ext cx="1314716" cy="464045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199296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1B9B9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336660" y="3643820"/>
            <a:ext cx="5461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Express.js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471125" y="3530511"/>
            <a:ext cx="1315085" cy="464184"/>
            <a:chOff x="3471125" y="3530511"/>
            <a:chExt cx="1315085" cy="464184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1125" y="3530511"/>
              <a:ext cx="1314716" cy="46404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3511079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61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8" y="25402"/>
                  </a:lnTo>
                  <a:lnTo>
                    <a:pt x="1187278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40BDCC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3862336" y="3643820"/>
            <a:ext cx="53086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spc="-10" dirty="0">
                <a:solidFill>
                  <a:srgbClr val="FFFFFF"/>
                </a:solidFill>
                <a:latin typeface="Arial MT"/>
                <a:cs typeface="Arial MT"/>
              </a:rPr>
              <a:t>MongoDB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79085" y="3530511"/>
            <a:ext cx="1315085" cy="464184"/>
            <a:chOff x="4879085" y="3530511"/>
            <a:chExt cx="1315085" cy="464184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879085" y="3530511"/>
              <a:ext cx="1314716" cy="46404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919040" y="3547440"/>
              <a:ext cx="1235075" cy="384810"/>
            </a:xfrm>
            <a:custGeom>
              <a:avLst/>
              <a:gdLst/>
              <a:ahLst/>
              <a:cxnLst/>
              <a:rect l="l" t="t" r="r" b="b"/>
              <a:pathLst>
                <a:path w="1235075" h="384810">
                  <a:moveTo>
                    <a:pt x="64439" y="0"/>
                  </a:moveTo>
                  <a:lnTo>
                    <a:pt x="25402" y="13357"/>
                  </a:lnTo>
                  <a:lnTo>
                    <a:pt x="2517" y="47520"/>
                  </a:lnTo>
                  <a:lnTo>
                    <a:pt x="0" y="320395"/>
                  </a:lnTo>
                  <a:lnTo>
                    <a:pt x="540" y="328745"/>
                  </a:lnTo>
                  <a:lnTo>
                    <a:pt x="18737" y="365626"/>
                  </a:lnTo>
                  <a:lnTo>
                    <a:pt x="18853" y="365759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170724" y="384479"/>
                  </a:lnTo>
                  <a:lnTo>
                    <a:pt x="1209755" y="371122"/>
                  </a:lnTo>
                  <a:lnTo>
                    <a:pt x="1232639" y="336959"/>
                  </a:lnTo>
                  <a:lnTo>
                    <a:pt x="1234795" y="320395"/>
                  </a:lnTo>
                  <a:lnTo>
                    <a:pt x="1234772" y="64084"/>
                  </a:lnTo>
                  <a:lnTo>
                    <a:pt x="1221437" y="25402"/>
                  </a:lnTo>
                  <a:lnTo>
                    <a:pt x="1187276" y="2517"/>
                  </a:lnTo>
                  <a:lnTo>
                    <a:pt x="117072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0C1B3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5275694" y="3643820"/>
            <a:ext cx="520700" cy="1568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50" dirty="0">
                <a:solidFill>
                  <a:srgbClr val="FFFFFF"/>
                </a:solidFill>
                <a:latin typeface="Arial MT"/>
                <a:cs typeface="Arial MT"/>
              </a:rPr>
              <a:t>Gemini</a:t>
            </a:r>
            <a:r>
              <a:rPr sz="850" spc="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850" spc="-25" dirty="0">
                <a:solidFill>
                  <a:srgbClr val="FFFFFF"/>
                </a:solidFill>
                <a:latin typeface="Arial MT"/>
                <a:cs typeface="Arial MT"/>
              </a:rPr>
              <a:t>AI</a:t>
            </a:r>
            <a:endParaRPr sz="850">
              <a:latin typeface="Arial MT"/>
              <a:cs typeface="Arial MT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576719" y="4202620"/>
            <a:ext cx="11017250" cy="1442720"/>
            <a:chOff x="576719" y="4202620"/>
            <a:chExt cx="11017250" cy="1442720"/>
          </a:xfrm>
        </p:grpSpPr>
        <p:pic>
          <p:nvPicPr>
            <p:cNvPr id="38" name="object 3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6719" y="4202620"/>
              <a:ext cx="11016716" cy="144254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226085" y="0"/>
                  </a:moveTo>
                  <a:lnTo>
                    <a:pt x="167535" y="7694"/>
                  </a:lnTo>
                  <a:lnTo>
                    <a:pt x="113042" y="30238"/>
                  </a:lnTo>
                  <a:lnTo>
                    <a:pt x="66417" y="66240"/>
                  </a:lnTo>
                  <a:lnTo>
                    <a:pt x="30594" y="113042"/>
                  </a:lnTo>
                  <a:lnTo>
                    <a:pt x="8050" y="167357"/>
                  </a:lnTo>
                  <a:lnTo>
                    <a:pt x="355" y="225729"/>
                  </a:lnTo>
                  <a:lnTo>
                    <a:pt x="0" y="1127887"/>
                  </a:lnTo>
                  <a:lnTo>
                    <a:pt x="1940" y="1157446"/>
                  </a:lnTo>
                  <a:lnTo>
                    <a:pt x="17055" y="1214095"/>
                  </a:lnTo>
                  <a:lnTo>
                    <a:pt x="46720" y="1265449"/>
                  </a:lnTo>
                  <a:lnTo>
                    <a:pt x="88460" y="1306939"/>
                  </a:lnTo>
                  <a:lnTo>
                    <a:pt x="139508" y="1336443"/>
                  </a:lnTo>
                  <a:lnTo>
                    <a:pt x="196215" y="1351663"/>
                  </a:lnTo>
                  <a:lnTo>
                    <a:pt x="225717" y="1353604"/>
                  </a:lnTo>
                  <a:lnTo>
                    <a:pt x="10701718" y="1353604"/>
                  </a:lnTo>
                  <a:lnTo>
                    <a:pt x="10760263" y="1345909"/>
                  </a:lnTo>
                  <a:lnTo>
                    <a:pt x="10814761" y="1323365"/>
                  </a:lnTo>
                  <a:lnTo>
                    <a:pt x="10861379" y="1287364"/>
                  </a:lnTo>
                  <a:lnTo>
                    <a:pt x="10897196" y="1240561"/>
                  </a:lnTo>
                  <a:lnTo>
                    <a:pt x="10919678" y="1186432"/>
                  </a:lnTo>
                  <a:lnTo>
                    <a:pt x="10919740" y="1186248"/>
                  </a:lnTo>
                  <a:lnTo>
                    <a:pt x="10925483" y="1157446"/>
                  </a:lnTo>
                  <a:lnTo>
                    <a:pt x="10927435" y="1127887"/>
                  </a:lnTo>
                  <a:lnTo>
                    <a:pt x="10927412" y="225729"/>
                  </a:lnTo>
                  <a:lnTo>
                    <a:pt x="10919740" y="167539"/>
                  </a:lnTo>
                  <a:lnTo>
                    <a:pt x="10897196" y="113042"/>
                  </a:lnTo>
                  <a:lnTo>
                    <a:pt x="10861197" y="66424"/>
                  </a:lnTo>
                  <a:lnTo>
                    <a:pt x="10814405" y="30607"/>
                  </a:lnTo>
                  <a:lnTo>
                    <a:pt x="10760086" y="8062"/>
                  </a:lnTo>
                  <a:lnTo>
                    <a:pt x="10701718" y="368"/>
                  </a:lnTo>
                  <a:lnTo>
                    <a:pt x="22608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621360" y="4224236"/>
              <a:ext cx="10927715" cy="1353820"/>
            </a:xfrm>
            <a:custGeom>
              <a:avLst/>
              <a:gdLst/>
              <a:ahLst/>
              <a:cxnLst/>
              <a:rect l="l" t="t" r="r" b="b"/>
              <a:pathLst>
                <a:path w="10927715" h="1353820">
                  <a:moveTo>
                    <a:pt x="355" y="225729"/>
                  </a:moveTo>
                  <a:lnTo>
                    <a:pt x="2296" y="196220"/>
                  </a:lnTo>
                  <a:lnTo>
                    <a:pt x="8050" y="167357"/>
                  </a:lnTo>
                  <a:lnTo>
                    <a:pt x="30594" y="113042"/>
                  </a:lnTo>
                  <a:lnTo>
                    <a:pt x="66417" y="66240"/>
                  </a:lnTo>
                  <a:lnTo>
                    <a:pt x="113042" y="30238"/>
                  </a:lnTo>
                  <a:lnTo>
                    <a:pt x="167535" y="7694"/>
                  </a:lnTo>
                  <a:lnTo>
                    <a:pt x="226085" y="0"/>
                  </a:lnTo>
                  <a:lnTo>
                    <a:pt x="10701718" y="368"/>
                  </a:lnTo>
                  <a:lnTo>
                    <a:pt x="10760086" y="8062"/>
                  </a:lnTo>
                  <a:lnTo>
                    <a:pt x="10814405" y="30607"/>
                  </a:lnTo>
                  <a:lnTo>
                    <a:pt x="10861197" y="66424"/>
                  </a:lnTo>
                  <a:lnTo>
                    <a:pt x="10897196" y="113042"/>
                  </a:lnTo>
                  <a:lnTo>
                    <a:pt x="10919740" y="167539"/>
                  </a:lnTo>
                  <a:lnTo>
                    <a:pt x="10927435" y="226085"/>
                  </a:lnTo>
                  <a:lnTo>
                    <a:pt x="10927435" y="1127887"/>
                  </a:lnTo>
                  <a:lnTo>
                    <a:pt x="10925495" y="1157388"/>
                  </a:lnTo>
                  <a:lnTo>
                    <a:pt x="10919740" y="1186248"/>
                  </a:lnTo>
                  <a:lnTo>
                    <a:pt x="10897196" y="1240561"/>
                  </a:lnTo>
                  <a:lnTo>
                    <a:pt x="10861379" y="1287364"/>
                  </a:lnTo>
                  <a:lnTo>
                    <a:pt x="10814761" y="1323365"/>
                  </a:lnTo>
                  <a:lnTo>
                    <a:pt x="10760263" y="1345909"/>
                  </a:lnTo>
                  <a:lnTo>
                    <a:pt x="10701718" y="1353604"/>
                  </a:lnTo>
                  <a:lnTo>
                    <a:pt x="225717" y="1353604"/>
                  </a:lnTo>
                  <a:lnTo>
                    <a:pt x="167355" y="1345909"/>
                  </a:lnTo>
                  <a:lnTo>
                    <a:pt x="113042" y="1323365"/>
                  </a:lnTo>
                  <a:lnTo>
                    <a:pt x="66240" y="1287543"/>
                  </a:lnTo>
                  <a:lnTo>
                    <a:pt x="30238" y="1240929"/>
                  </a:lnTo>
                  <a:lnTo>
                    <a:pt x="7694" y="1186432"/>
                  </a:lnTo>
                  <a:lnTo>
                    <a:pt x="0" y="1127887"/>
                  </a:lnTo>
                  <a:lnTo>
                    <a:pt x="355" y="225729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18616" y="4385424"/>
            <a:ext cx="1816100" cy="163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PROJECT</a:t>
            </a:r>
            <a:r>
              <a:rPr sz="900" spc="-4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dirty="0">
                <a:solidFill>
                  <a:srgbClr val="137CB0"/>
                </a:solidFill>
                <a:latin typeface="Arial MT"/>
                <a:cs typeface="Arial MT"/>
              </a:rPr>
              <a:t>DEVELOPMENT</a:t>
            </a:r>
            <a:r>
              <a:rPr sz="900" spc="-35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900" spc="-2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endParaRPr sz="900">
              <a:latin typeface="Arial MT"/>
              <a:cs typeface="Arial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96315" y="4668824"/>
            <a:ext cx="1964689" cy="748030"/>
            <a:chOff x="796315" y="4668824"/>
            <a:chExt cx="1964689" cy="748030"/>
          </a:xfrm>
        </p:grpSpPr>
        <p:pic>
          <p:nvPicPr>
            <p:cNvPr id="43" name="object 4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96315" y="4668824"/>
              <a:ext cx="1964156" cy="74773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32224" y="626621"/>
                  </a:lnTo>
                  <a:lnTo>
                    <a:pt x="67882" y="650446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84095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5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137CB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1028064" y="4781422"/>
            <a:ext cx="59372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137CB0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137CB0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137CB0"/>
                </a:solidFill>
                <a:latin typeface="Arial MT"/>
                <a:cs typeface="Arial MT"/>
              </a:rPr>
              <a:t>LEADER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2835363" y="4668824"/>
            <a:ext cx="1964689" cy="748030"/>
            <a:chOff x="2835363" y="4668824"/>
            <a:chExt cx="1964689" cy="748030"/>
          </a:xfrm>
        </p:grpSpPr>
        <p:pic>
          <p:nvPicPr>
            <p:cNvPr id="49" name="object 4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835363" y="4668824"/>
              <a:ext cx="1964156" cy="747737"/>
            </a:xfrm>
            <a:prstGeom prst="rect">
              <a:avLst/>
            </a:prstGeom>
          </p:spPr>
        </p:pic>
        <p:sp>
          <p:nvSpPr>
            <p:cNvPr id="50" name="object 50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4" y="32223"/>
                  </a:lnTo>
                  <a:lnTo>
                    <a:pt x="8708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5" y="577483"/>
                  </a:lnTo>
                  <a:lnTo>
                    <a:pt x="8301" y="590916"/>
                  </a:lnTo>
                  <a:lnTo>
                    <a:pt x="8352" y="591066"/>
                  </a:lnTo>
                  <a:lnTo>
                    <a:pt x="32213" y="626621"/>
                  </a:lnTo>
                  <a:lnTo>
                    <a:pt x="67882" y="650446"/>
                  </a:lnTo>
                  <a:lnTo>
                    <a:pt x="109791" y="658799"/>
                  </a:lnTo>
                  <a:lnTo>
                    <a:pt x="1765071" y="658799"/>
                  </a:lnTo>
                  <a:lnTo>
                    <a:pt x="1807142" y="650446"/>
                  </a:lnTo>
                  <a:lnTo>
                    <a:pt x="1842646" y="626621"/>
                  </a:lnTo>
                  <a:lnTo>
                    <a:pt x="1866447" y="591066"/>
                  </a:lnTo>
                  <a:lnTo>
                    <a:pt x="1866522" y="590916"/>
                  </a:lnTo>
                  <a:lnTo>
                    <a:pt x="1871124" y="577483"/>
                  </a:lnTo>
                  <a:lnTo>
                    <a:pt x="1873934" y="563425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52" y="32535"/>
                  </a:lnTo>
                  <a:lnTo>
                    <a:pt x="1806992" y="8713"/>
                  </a:lnTo>
                  <a:lnTo>
                    <a:pt x="1765071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1" name="object 51"/>
            <p:cNvSpPr/>
            <p:nvPr/>
          </p:nvSpPr>
          <p:spPr>
            <a:xfrm>
              <a:off x="2880004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0" y="81360"/>
                  </a:lnTo>
                  <a:lnTo>
                    <a:pt x="23133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71" y="355"/>
                  </a:lnTo>
                  <a:lnTo>
                    <a:pt x="1806992" y="8713"/>
                  </a:lnTo>
                  <a:lnTo>
                    <a:pt x="184265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098" y="615788"/>
                  </a:lnTo>
                  <a:lnTo>
                    <a:pt x="1820151" y="644042"/>
                  </a:lnTo>
                  <a:lnTo>
                    <a:pt x="1779501" y="657860"/>
                  </a:lnTo>
                  <a:lnTo>
                    <a:pt x="1765071" y="658799"/>
                  </a:lnTo>
                  <a:lnTo>
                    <a:pt x="109791" y="658799"/>
                  </a:lnTo>
                  <a:lnTo>
                    <a:pt x="67882" y="650446"/>
                  </a:lnTo>
                  <a:lnTo>
                    <a:pt x="3221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2" name="object 52"/>
          <p:cNvSpPr txBox="1"/>
          <p:nvPr/>
        </p:nvSpPr>
        <p:spPr>
          <a:xfrm>
            <a:off x="3067100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106136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913435" y="4668824"/>
            <a:ext cx="1964689" cy="748030"/>
            <a:chOff x="6913435" y="4668824"/>
            <a:chExt cx="1964689" cy="748030"/>
          </a:xfrm>
        </p:grpSpPr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913435" y="4668824"/>
              <a:ext cx="1964156" cy="74773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95" y="8352"/>
                  </a:lnTo>
                  <a:lnTo>
                    <a:pt x="32535" y="32223"/>
                  </a:lnTo>
                  <a:lnTo>
                    <a:pt x="8721" y="67882"/>
                  </a:lnTo>
                  <a:lnTo>
                    <a:pt x="368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3736" y="577483"/>
                  </a:lnTo>
                  <a:lnTo>
                    <a:pt x="8307" y="590916"/>
                  </a:lnTo>
                  <a:lnTo>
                    <a:pt x="8358" y="591066"/>
                  </a:lnTo>
                  <a:lnTo>
                    <a:pt x="14770" y="604075"/>
                  </a:lnTo>
                  <a:lnTo>
                    <a:pt x="22686" y="615788"/>
                  </a:lnTo>
                  <a:lnTo>
                    <a:pt x="22788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55" y="650446"/>
                  </a:lnTo>
                  <a:lnTo>
                    <a:pt x="1842657" y="626621"/>
                  </a:lnTo>
                  <a:lnTo>
                    <a:pt x="1866454" y="591066"/>
                  </a:lnTo>
                  <a:lnTo>
                    <a:pt x="1874888" y="548995"/>
                  </a:lnTo>
                  <a:lnTo>
                    <a:pt x="1874865" y="109804"/>
                  </a:lnTo>
                  <a:lnTo>
                    <a:pt x="1866530" y="68088"/>
                  </a:lnTo>
                  <a:lnTo>
                    <a:pt x="1842663" y="32535"/>
                  </a:lnTo>
                  <a:lnTo>
                    <a:pt x="1807005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6958075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68" y="109804"/>
                  </a:moveTo>
                  <a:lnTo>
                    <a:pt x="1307" y="95379"/>
                  </a:lnTo>
                  <a:lnTo>
                    <a:pt x="4103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36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7005" y="8713"/>
                  </a:lnTo>
                  <a:lnTo>
                    <a:pt x="1842663" y="32535"/>
                  </a:lnTo>
                  <a:lnTo>
                    <a:pt x="1866530" y="68088"/>
                  </a:lnTo>
                  <a:lnTo>
                    <a:pt x="1874888" y="110159"/>
                  </a:lnTo>
                  <a:lnTo>
                    <a:pt x="1874888" y="548995"/>
                  </a:lnTo>
                  <a:lnTo>
                    <a:pt x="1873948" y="563420"/>
                  </a:lnTo>
                  <a:lnTo>
                    <a:pt x="1871151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14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4" y="626621"/>
                  </a:lnTo>
                  <a:lnTo>
                    <a:pt x="8358" y="591066"/>
                  </a:lnTo>
                  <a:lnTo>
                    <a:pt x="0" y="548995"/>
                  </a:lnTo>
                  <a:lnTo>
                    <a:pt x="368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7145184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8952839" y="4668824"/>
            <a:ext cx="1964689" cy="748030"/>
            <a:chOff x="8952839" y="4668824"/>
            <a:chExt cx="1964689" cy="748030"/>
          </a:xfrm>
        </p:grpSpPr>
        <p:pic>
          <p:nvPicPr>
            <p:cNvPr id="67" name="object 6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952839" y="4668824"/>
              <a:ext cx="1964156" cy="747737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110159" y="0"/>
                  </a:moveTo>
                  <a:lnTo>
                    <a:pt x="68088" y="8352"/>
                  </a:lnTo>
                  <a:lnTo>
                    <a:pt x="32535" y="32223"/>
                  </a:lnTo>
                  <a:lnTo>
                    <a:pt x="8713" y="67882"/>
                  </a:lnTo>
                  <a:lnTo>
                    <a:pt x="355" y="109804"/>
                  </a:lnTo>
                  <a:lnTo>
                    <a:pt x="0" y="548995"/>
                  </a:lnTo>
                  <a:lnTo>
                    <a:pt x="939" y="563425"/>
                  </a:lnTo>
                  <a:lnTo>
                    <a:pt x="14757" y="604075"/>
                  </a:lnTo>
                  <a:lnTo>
                    <a:pt x="22681" y="615788"/>
                  </a:lnTo>
                  <a:lnTo>
                    <a:pt x="22783" y="615938"/>
                  </a:lnTo>
                  <a:lnTo>
                    <a:pt x="55079" y="644042"/>
                  </a:lnTo>
                  <a:lnTo>
                    <a:pt x="95379" y="657860"/>
                  </a:lnTo>
                  <a:lnTo>
                    <a:pt x="109804" y="658799"/>
                  </a:lnTo>
                  <a:lnTo>
                    <a:pt x="1765084" y="658799"/>
                  </a:lnTo>
                  <a:lnTo>
                    <a:pt x="1807148" y="650446"/>
                  </a:lnTo>
                  <a:lnTo>
                    <a:pt x="1842657" y="626621"/>
                  </a:lnTo>
                  <a:lnTo>
                    <a:pt x="1866447" y="591066"/>
                  </a:lnTo>
                  <a:lnTo>
                    <a:pt x="1874875" y="548995"/>
                  </a:lnTo>
                  <a:lnTo>
                    <a:pt x="1874852" y="109804"/>
                  </a:lnTo>
                  <a:lnTo>
                    <a:pt x="1866522" y="68088"/>
                  </a:lnTo>
                  <a:lnTo>
                    <a:pt x="1842662" y="32535"/>
                  </a:lnTo>
                  <a:lnTo>
                    <a:pt x="1806992" y="8713"/>
                  </a:lnTo>
                  <a:lnTo>
                    <a:pt x="1765084" y="355"/>
                  </a:lnTo>
                  <a:lnTo>
                    <a:pt x="110159" y="0"/>
                  </a:lnTo>
                  <a:close/>
                </a:path>
              </a:pathLst>
            </a:custGeom>
            <a:solidFill>
              <a:srgbClr val="EEF8F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9" name="object 69"/>
            <p:cNvSpPr/>
            <p:nvPr/>
          </p:nvSpPr>
          <p:spPr>
            <a:xfrm>
              <a:off x="8997480" y="4690440"/>
              <a:ext cx="1875155" cy="659130"/>
            </a:xfrm>
            <a:custGeom>
              <a:avLst/>
              <a:gdLst/>
              <a:ahLst/>
              <a:cxnLst/>
              <a:rect l="l" t="t" r="r" b="b"/>
              <a:pathLst>
                <a:path w="1875154" h="659129">
                  <a:moveTo>
                    <a:pt x="355" y="109804"/>
                  </a:moveTo>
                  <a:lnTo>
                    <a:pt x="1295" y="95379"/>
                  </a:lnTo>
                  <a:lnTo>
                    <a:pt x="4092" y="81360"/>
                  </a:lnTo>
                  <a:lnTo>
                    <a:pt x="23138" y="43010"/>
                  </a:lnTo>
                  <a:lnTo>
                    <a:pt x="55079" y="14757"/>
                  </a:lnTo>
                  <a:lnTo>
                    <a:pt x="95729" y="939"/>
                  </a:lnTo>
                  <a:lnTo>
                    <a:pt x="110159" y="0"/>
                  </a:lnTo>
                  <a:lnTo>
                    <a:pt x="1765084" y="355"/>
                  </a:lnTo>
                  <a:lnTo>
                    <a:pt x="1806992" y="8713"/>
                  </a:lnTo>
                  <a:lnTo>
                    <a:pt x="1842662" y="32535"/>
                  </a:lnTo>
                  <a:lnTo>
                    <a:pt x="1866522" y="68088"/>
                  </a:lnTo>
                  <a:lnTo>
                    <a:pt x="1874875" y="110159"/>
                  </a:lnTo>
                  <a:lnTo>
                    <a:pt x="1874875" y="548995"/>
                  </a:lnTo>
                  <a:lnTo>
                    <a:pt x="1873935" y="563420"/>
                  </a:lnTo>
                  <a:lnTo>
                    <a:pt x="1871140" y="577438"/>
                  </a:lnTo>
                  <a:lnTo>
                    <a:pt x="1852105" y="615788"/>
                  </a:lnTo>
                  <a:lnTo>
                    <a:pt x="1820164" y="644042"/>
                  </a:lnTo>
                  <a:lnTo>
                    <a:pt x="1779507" y="657860"/>
                  </a:lnTo>
                  <a:lnTo>
                    <a:pt x="1765084" y="658799"/>
                  </a:lnTo>
                  <a:lnTo>
                    <a:pt x="109804" y="658799"/>
                  </a:lnTo>
                  <a:lnTo>
                    <a:pt x="67882" y="650446"/>
                  </a:lnTo>
                  <a:lnTo>
                    <a:pt x="32223" y="626621"/>
                  </a:lnTo>
                  <a:lnTo>
                    <a:pt x="8352" y="591066"/>
                  </a:lnTo>
                  <a:lnTo>
                    <a:pt x="0" y="548995"/>
                  </a:lnTo>
                  <a:lnTo>
                    <a:pt x="355" y="109804"/>
                  </a:lnTo>
                  <a:close/>
                </a:path>
              </a:pathLst>
            </a:custGeom>
            <a:ln w="9359">
              <a:solidFill>
                <a:srgbClr val="DAE7E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0" name="object 70"/>
          <p:cNvSpPr txBox="1"/>
          <p:nvPr/>
        </p:nvSpPr>
        <p:spPr>
          <a:xfrm>
            <a:off x="9184220" y="4781422"/>
            <a:ext cx="62801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dirty="0">
                <a:solidFill>
                  <a:srgbClr val="5A697B"/>
                </a:solidFill>
                <a:latin typeface="Arial MT"/>
                <a:cs typeface="Arial MT"/>
              </a:rPr>
              <a:t>TEAM</a:t>
            </a:r>
            <a:r>
              <a:rPr sz="600" spc="10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600" spc="-10" dirty="0">
                <a:solidFill>
                  <a:srgbClr val="5A697B"/>
                </a:solidFill>
                <a:latin typeface="Arial MT"/>
                <a:cs typeface="Arial MT"/>
              </a:rPr>
              <a:t>MEMBER</a:t>
            </a:r>
            <a:endParaRPr sz="600">
              <a:latin typeface="Arial MT"/>
              <a:cs typeface="Arial MT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17384" y="6127826"/>
            <a:ext cx="2461895" cy="1447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Department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of</a:t>
            </a:r>
            <a:r>
              <a:rPr sz="750" spc="20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Computer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Science</a:t>
            </a:r>
            <a:r>
              <a:rPr sz="75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with</a:t>
            </a:r>
            <a:r>
              <a:rPr sz="750" spc="110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10" dirty="0">
                <a:solidFill>
                  <a:srgbClr val="5A697B"/>
                </a:solidFill>
                <a:latin typeface="Arial MT"/>
                <a:cs typeface="Arial MT"/>
              </a:rPr>
              <a:t>Cyber</a:t>
            </a:r>
            <a:r>
              <a:rPr sz="750" spc="114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spc="-10" dirty="0">
                <a:solidFill>
                  <a:srgbClr val="5A697B"/>
                </a:solidFill>
                <a:latin typeface="Arial MT"/>
                <a:cs typeface="Arial MT"/>
              </a:rPr>
              <a:t>Security</a:t>
            </a:r>
            <a:endParaRPr sz="750">
              <a:latin typeface="Arial MT"/>
              <a:cs typeface="Arial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951745" y="6129972"/>
            <a:ext cx="1538605" cy="140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2026</a:t>
            </a:r>
            <a:r>
              <a:rPr sz="750" spc="-5" dirty="0">
                <a:solidFill>
                  <a:srgbClr val="5A697B"/>
                </a:solidFill>
                <a:latin typeface="Arial MT"/>
                <a:cs typeface="Arial MT"/>
              </a:rPr>
              <a:t> </a:t>
            </a:r>
            <a:r>
              <a:rPr sz="750" dirty="0">
                <a:solidFill>
                  <a:srgbClr val="5A697B"/>
                </a:solidFill>
                <a:latin typeface="Arial MT"/>
                <a:cs typeface="Arial MT"/>
              </a:rPr>
              <a:t>• PROJECT </a:t>
            </a:r>
            <a:r>
              <a:rPr sz="750" spc="-10" dirty="0">
                <a:solidFill>
                  <a:srgbClr val="5A697B"/>
                </a:solidFill>
                <a:latin typeface="Arial MT"/>
                <a:cs typeface="Arial MT"/>
              </a:rPr>
              <a:t>PRESENTATION</a:t>
            </a:r>
            <a:endParaRPr sz="7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758" y="0"/>
                </a:moveTo>
                <a:lnTo>
                  <a:pt x="0" y="0"/>
                </a:lnTo>
                <a:lnTo>
                  <a:pt x="0" y="6858000"/>
                </a:lnTo>
                <a:lnTo>
                  <a:pt x="12191758" y="6858000"/>
                </a:lnTo>
                <a:lnTo>
                  <a:pt x="12191758" y="0"/>
                </a:lnTo>
                <a:close/>
              </a:path>
            </a:pathLst>
          </a:custGeom>
          <a:solidFill>
            <a:srgbClr val="111A3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0" dirty="0"/>
              <a:t>Project</a:t>
            </a:r>
            <a:r>
              <a:rPr dirty="0"/>
              <a:t> </a:t>
            </a:r>
            <a:r>
              <a:rPr spc="-10" dirty="0"/>
              <a:t>Overview</a:t>
            </a:r>
            <a:endParaRPr spc="-10" dirty="0"/>
          </a:p>
        </p:txBody>
      </p:sp>
      <p:sp>
        <p:nvSpPr>
          <p:cNvPr id="16" name="object 16"/>
          <p:cNvSpPr txBox="1"/>
          <p:nvPr/>
        </p:nvSpPr>
        <p:spPr>
          <a:xfrm>
            <a:off x="735380" y="1056500"/>
            <a:ext cx="29330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Why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BlogNest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/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ContentGen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needed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0841037" y="12"/>
            <a:ext cx="1350645" cy="1297305"/>
            <a:chOff x="10841037" y="12"/>
            <a:chExt cx="1350645" cy="1297305"/>
          </a:xfrm>
        </p:grpSpPr>
        <p:pic>
          <p:nvPicPr>
            <p:cNvPr id="4" name="object 4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10841037" y="12"/>
              <a:ext cx="1350352" cy="1296708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881004" y="12"/>
              <a:ext cx="1310640" cy="1234440"/>
            </a:xfrm>
            <a:custGeom>
              <a:avLst/>
              <a:gdLst/>
              <a:ahLst/>
              <a:cxnLst/>
              <a:rect l="l" t="t" r="r" b="b"/>
              <a:pathLst>
                <a:path w="1310640" h="1234440">
                  <a:moveTo>
                    <a:pt x="1310385" y="0"/>
                  </a:moveTo>
                  <a:lnTo>
                    <a:pt x="148941" y="0"/>
                  </a:lnTo>
                  <a:lnTo>
                    <a:pt x="131055" y="24954"/>
                  </a:lnTo>
                  <a:lnTo>
                    <a:pt x="104038" y="68389"/>
                  </a:lnTo>
                  <a:lnTo>
                    <a:pt x="80031" y="113383"/>
                  </a:lnTo>
                  <a:lnTo>
                    <a:pt x="59075" y="159707"/>
                  </a:lnTo>
                  <a:lnTo>
                    <a:pt x="41216" y="207204"/>
                  </a:lnTo>
                  <a:lnTo>
                    <a:pt x="26501" y="255719"/>
                  </a:lnTo>
                  <a:lnTo>
                    <a:pt x="14976" y="305095"/>
                  </a:lnTo>
                  <a:lnTo>
                    <a:pt x="6686" y="355177"/>
                  </a:lnTo>
                  <a:lnTo>
                    <a:pt x="1679" y="405807"/>
                  </a:lnTo>
                  <a:lnTo>
                    <a:pt x="0" y="456831"/>
                  </a:lnTo>
                  <a:lnTo>
                    <a:pt x="1679" y="507852"/>
                  </a:lnTo>
                  <a:lnTo>
                    <a:pt x="6686" y="558484"/>
                  </a:lnTo>
                  <a:lnTo>
                    <a:pt x="14976" y="608577"/>
                  </a:lnTo>
                  <a:lnTo>
                    <a:pt x="26501" y="657979"/>
                  </a:lnTo>
                  <a:lnTo>
                    <a:pt x="41216" y="706536"/>
                  </a:lnTo>
                  <a:lnTo>
                    <a:pt x="59075" y="754099"/>
                  </a:lnTo>
                  <a:lnTo>
                    <a:pt x="80031" y="800514"/>
                  </a:lnTo>
                  <a:lnTo>
                    <a:pt x="104038" y="845629"/>
                  </a:lnTo>
                  <a:lnTo>
                    <a:pt x="131055" y="888943"/>
                  </a:lnTo>
                  <a:lnTo>
                    <a:pt x="160733" y="930260"/>
                  </a:lnTo>
                  <a:lnTo>
                    <a:pt x="192968" y="969467"/>
                  </a:lnTo>
                  <a:lnTo>
                    <a:pt x="227653" y="1006457"/>
                  </a:lnTo>
                  <a:lnTo>
                    <a:pt x="264684" y="1041118"/>
                  </a:lnTo>
                  <a:lnTo>
                    <a:pt x="303956" y="1073341"/>
                  </a:lnTo>
                  <a:lnTo>
                    <a:pt x="345362" y="1103016"/>
                  </a:lnTo>
                  <a:lnTo>
                    <a:pt x="388797" y="1130033"/>
                  </a:lnTo>
                  <a:lnTo>
                    <a:pt x="433791" y="1154036"/>
                  </a:lnTo>
                  <a:lnTo>
                    <a:pt x="480115" y="1174991"/>
                  </a:lnTo>
                  <a:lnTo>
                    <a:pt x="527612" y="1192849"/>
                  </a:lnTo>
                  <a:lnTo>
                    <a:pt x="576127" y="1207565"/>
                  </a:lnTo>
                  <a:lnTo>
                    <a:pt x="625503" y="1219091"/>
                  </a:lnTo>
                  <a:lnTo>
                    <a:pt x="675585" y="1227382"/>
                  </a:lnTo>
                  <a:lnTo>
                    <a:pt x="726216" y="1232391"/>
                  </a:lnTo>
                  <a:lnTo>
                    <a:pt x="777239" y="1234071"/>
                  </a:lnTo>
                  <a:lnTo>
                    <a:pt x="828260" y="1232391"/>
                  </a:lnTo>
                  <a:lnTo>
                    <a:pt x="878892" y="1227382"/>
                  </a:lnTo>
                  <a:lnTo>
                    <a:pt x="928985" y="1219091"/>
                  </a:lnTo>
                  <a:lnTo>
                    <a:pt x="978387" y="1207565"/>
                  </a:lnTo>
                  <a:lnTo>
                    <a:pt x="1026945" y="1192849"/>
                  </a:lnTo>
                  <a:lnTo>
                    <a:pt x="1074507" y="1174991"/>
                  </a:lnTo>
                  <a:lnTo>
                    <a:pt x="1120922" y="1154036"/>
                  </a:lnTo>
                  <a:lnTo>
                    <a:pt x="1166037" y="1130033"/>
                  </a:lnTo>
                  <a:lnTo>
                    <a:pt x="1209352" y="1103016"/>
                  </a:lnTo>
                  <a:lnTo>
                    <a:pt x="1250668" y="1073341"/>
                  </a:lnTo>
                  <a:lnTo>
                    <a:pt x="1289876" y="1041118"/>
                  </a:lnTo>
                  <a:lnTo>
                    <a:pt x="1310385" y="1021900"/>
                  </a:lnTo>
                  <a:lnTo>
                    <a:pt x="1310385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-2656" y="1532508"/>
            <a:ext cx="5990590" cy="5325745"/>
            <a:chOff x="-2656" y="1532508"/>
            <a:chExt cx="5990590" cy="532574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5789155"/>
              <a:ext cx="633971" cy="106848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-2656" y="5806084"/>
              <a:ext cx="596900" cy="1051560"/>
            </a:xfrm>
            <a:custGeom>
              <a:avLst/>
              <a:gdLst/>
              <a:ahLst/>
              <a:cxnLst/>
              <a:rect l="l" t="t" r="r" b="b"/>
              <a:pathLst>
                <a:path w="596900" h="1051559">
                  <a:moveTo>
                    <a:pt x="48020" y="0"/>
                  </a:moveTo>
                  <a:lnTo>
                    <a:pt x="0" y="2089"/>
                  </a:lnTo>
                  <a:lnTo>
                    <a:pt x="2656" y="2089"/>
                  </a:lnTo>
                  <a:lnTo>
                    <a:pt x="2656" y="1051559"/>
                  </a:lnTo>
                  <a:lnTo>
                    <a:pt x="266346" y="1051559"/>
                  </a:lnTo>
                  <a:lnTo>
                    <a:pt x="279718" y="1046024"/>
                  </a:lnTo>
                  <a:lnTo>
                    <a:pt x="322340" y="1023835"/>
                  </a:lnTo>
                  <a:lnTo>
                    <a:pt x="362869" y="998007"/>
                  </a:lnTo>
                  <a:lnTo>
                    <a:pt x="400818" y="968878"/>
                  </a:lnTo>
                  <a:lnTo>
                    <a:pt x="436009" y="936628"/>
                  </a:lnTo>
                  <a:lnTo>
                    <a:pt x="468259" y="901438"/>
                  </a:lnTo>
                  <a:lnTo>
                    <a:pt x="497388" y="863488"/>
                  </a:lnTo>
                  <a:lnTo>
                    <a:pt x="523216" y="822959"/>
                  </a:lnTo>
                  <a:lnTo>
                    <a:pt x="545405" y="780337"/>
                  </a:lnTo>
                  <a:lnTo>
                    <a:pt x="563695" y="736156"/>
                  </a:lnTo>
                  <a:lnTo>
                    <a:pt x="578026" y="690657"/>
                  </a:lnTo>
                  <a:lnTo>
                    <a:pt x="588338" y="644079"/>
                  </a:lnTo>
                  <a:lnTo>
                    <a:pt x="594570" y="596660"/>
                  </a:lnTo>
                  <a:lnTo>
                    <a:pt x="596660" y="548639"/>
                  </a:lnTo>
                  <a:lnTo>
                    <a:pt x="594570" y="500619"/>
                  </a:lnTo>
                  <a:lnTo>
                    <a:pt x="588338" y="453198"/>
                  </a:lnTo>
                  <a:lnTo>
                    <a:pt x="578026" y="406617"/>
                  </a:lnTo>
                  <a:lnTo>
                    <a:pt x="563695" y="361117"/>
                  </a:lnTo>
                  <a:lnTo>
                    <a:pt x="545405" y="316938"/>
                  </a:lnTo>
                  <a:lnTo>
                    <a:pt x="523216" y="274319"/>
                  </a:lnTo>
                  <a:lnTo>
                    <a:pt x="497388" y="233787"/>
                  </a:lnTo>
                  <a:lnTo>
                    <a:pt x="468259" y="195835"/>
                  </a:lnTo>
                  <a:lnTo>
                    <a:pt x="436009" y="160645"/>
                  </a:lnTo>
                  <a:lnTo>
                    <a:pt x="400818" y="128395"/>
                  </a:lnTo>
                  <a:lnTo>
                    <a:pt x="362869" y="99264"/>
                  </a:lnTo>
                  <a:lnTo>
                    <a:pt x="322340" y="73431"/>
                  </a:lnTo>
                  <a:lnTo>
                    <a:pt x="279718" y="51243"/>
                  </a:lnTo>
                  <a:lnTo>
                    <a:pt x="235537" y="32956"/>
                  </a:lnTo>
                  <a:lnTo>
                    <a:pt x="190038" y="18627"/>
                  </a:lnTo>
                  <a:lnTo>
                    <a:pt x="143460" y="8318"/>
                  </a:lnTo>
                  <a:lnTo>
                    <a:pt x="96041" y="2089"/>
                  </a:lnTo>
                  <a:lnTo>
                    <a:pt x="4802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083" y="1532508"/>
              <a:ext cx="5392801" cy="4478045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4571631" y="0"/>
                  </a:moveTo>
                  <a:lnTo>
                    <a:pt x="731519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7" y="365760"/>
                  </a:lnTo>
                  <a:lnTo>
                    <a:pt x="75310" y="408142"/>
                  </a:lnTo>
                  <a:lnTo>
                    <a:pt x="55581" y="451765"/>
                  </a:lnTo>
                  <a:lnTo>
                    <a:pt x="38773" y="496485"/>
                  </a:lnTo>
                  <a:lnTo>
                    <a:pt x="24926" y="542158"/>
                  </a:lnTo>
                  <a:lnTo>
                    <a:pt x="14084" y="588641"/>
                  </a:lnTo>
                  <a:lnTo>
                    <a:pt x="6287" y="635791"/>
                  </a:lnTo>
                  <a:lnTo>
                    <a:pt x="1578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6" y="3705285"/>
                  </a:lnTo>
                  <a:lnTo>
                    <a:pt x="1578" y="3705650"/>
                  </a:lnTo>
                  <a:lnTo>
                    <a:pt x="6251" y="3752959"/>
                  </a:lnTo>
                  <a:lnTo>
                    <a:pt x="14024" y="3800110"/>
                  </a:lnTo>
                  <a:lnTo>
                    <a:pt x="24842" y="3846593"/>
                  </a:lnTo>
                  <a:lnTo>
                    <a:pt x="24926" y="3846956"/>
                  </a:lnTo>
                  <a:lnTo>
                    <a:pt x="38662" y="3892266"/>
                  </a:lnTo>
                  <a:lnTo>
                    <a:pt x="55581" y="3937352"/>
                  </a:lnTo>
                  <a:lnTo>
                    <a:pt x="75310" y="3980976"/>
                  </a:lnTo>
                  <a:lnTo>
                    <a:pt x="97917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19" y="4389120"/>
                  </a:lnTo>
                  <a:lnTo>
                    <a:pt x="4572000" y="4388751"/>
                  </a:lnTo>
                  <a:lnTo>
                    <a:pt x="4620050" y="4387172"/>
                  </a:lnTo>
                  <a:lnTo>
                    <a:pt x="4667722" y="4382464"/>
                  </a:lnTo>
                  <a:lnTo>
                    <a:pt x="4714872" y="4374667"/>
                  </a:lnTo>
                  <a:lnTo>
                    <a:pt x="4761357" y="4363824"/>
                  </a:lnTo>
                  <a:lnTo>
                    <a:pt x="4807031" y="4349978"/>
                  </a:lnTo>
                  <a:lnTo>
                    <a:pt x="4851752" y="4333169"/>
                  </a:lnTo>
                  <a:lnTo>
                    <a:pt x="4895376" y="4313441"/>
                  </a:lnTo>
                  <a:lnTo>
                    <a:pt x="4937760" y="4290834"/>
                  </a:lnTo>
                  <a:lnTo>
                    <a:pt x="4978563" y="4265387"/>
                  </a:lnTo>
                  <a:lnTo>
                    <a:pt x="5017475" y="4237441"/>
                  </a:lnTo>
                  <a:lnTo>
                    <a:pt x="5054396" y="4207099"/>
                  </a:lnTo>
                  <a:lnTo>
                    <a:pt x="5089224" y="4174463"/>
                  </a:lnTo>
                  <a:lnTo>
                    <a:pt x="5121859" y="4139632"/>
                  </a:lnTo>
                  <a:lnTo>
                    <a:pt x="5152199" y="4102709"/>
                  </a:lnTo>
                  <a:lnTo>
                    <a:pt x="5180143" y="4063795"/>
                  </a:lnTo>
                  <a:lnTo>
                    <a:pt x="5205590" y="4022991"/>
                  </a:lnTo>
                  <a:lnTo>
                    <a:pt x="5228197" y="3980609"/>
                  </a:lnTo>
                  <a:lnTo>
                    <a:pt x="5247927" y="3936986"/>
                  </a:lnTo>
                  <a:lnTo>
                    <a:pt x="5264737" y="3892266"/>
                  </a:lnTo>
                  <a:lnTo>
                    <a:pt x="5278476" y="3846956"/>
                  </a:lnTo>
                  <a:lnTo>
                    <a:pt x="5278586" y="3846593"/>
                  </a:lnTo>
                  <a:lnTo>
                    <a:pt x="5289347" y="3800472"/>
                  </a:lnTo>
                  <a:lnTo>
                    <a:pt x="5289431" y="3800110"/>
                  </a:lnTo>
                  <a:lnTo>
                    <a:pt x="5297170" y="3753322"/>
                  </a:lnTo>
                  <a:lnTo>
                    <a:pt x="5297230" y="3752959"/>
                  </a:lnTo>
                  <a:lnTo>
                    <a:pt x="5301904" y="3705650"/>
                  </a:lnTo>
                  <a:lnTo>
                    <a:pt x="5301940" y="3705285"/>
                  </a:lnTo>
                  <a:lnTo>
                    <a:pt x="5303507" y="3657600"/>
                  </a:lnTo>
                  <a:lnTo>
                    <a:pt x="5303151" y="731519"/>
                  </a:lnTo>
                  <a:lnTo>
                    <a:pt x="5301572" y="683465"/>
                  </a:lnTo>
                  <a:lnTo>
                    <a:pt x="5296864" y="635791"/>
                  </a:lnTo>
                  <a:lnTo>
                    <a:pt x="5289067" y="588641"/>
                  </a:lnTo>
                  <a:lnTo>
                    <a:pt x="5278224" y="542158"/>
                  </a:lnTo>
                  <a:lnTo>
                    <a:pt x="5264378" y="496485"/>
                  </a:lnTo>
                  <a:lnTo>
                    <a:pt x="5247569" y="451765"/>
                  </a:lnTo>
                  <a:lnTo>
                    <a:pt x="5227841" y="408142"/>
                  </a:lnTo>
                  <a:lnTo>
                    <a:pt x="5205234" y="365760"/>
                  </a:lnTo>
                  <a:lnTo>
                    <a:pt x="5179787" y="324956"/>
                  </a:lnTo>
                  <a:lnTo>
                    <a:pt x="5151841" y="286042"/>
                  </a:lnTo>
                  <a:lnTo>
                    <a:pt x="5121499" y="249119"/>
                  </a:lnTo>
                  <a:lnTo>
                    <a:pt x="5088863" y="214288"/>
                  </a:lnTo>
                  <a:lnTo>
                    <a:pt x="5054032" y="181651"/>
                  </a:lnTo>
                  <a:lnTo>
                    <a:pt x="5017109" y="151309"/>
                  </a:lnTo>
                  <a:lnTo>
                    <a:pt x="4978195" y="123364"/>
                  </a:lnTo>
                  <a:lnTo>
                    <a:pt x="4937391" y="97916"/>
                  </a:lnTo>
                  <a:lnTo>
                    <a:pt x="4895009" y="75310"/>
                  </a:lnTo>
                  <a:lnTo>
                    <a:pt x="4851386" y="55581"/>
                  </a:lnTo>
                  <a:lnTo>
                    <a:pt x="4806666" y="38773"/>
                  </a:lnTo>
                  <a:lnTo>
                    <a:pt x="4760993" y="24926"/>
                  </a:lnTo>
                  <a:lnTo>
                    <a:pt x="4714510" y="14084"/>
                  </a:lnTo>
                  <a:lnTo>
                    <a:pt x="4667359" y="6287"/>
                  </a:lnTo>
                  <a:lnTo>
                    <a:pt x="4619685" y="1578"/>
                  </a:lnTo>
                  <a:lnTo>
                    <a:pt x="4571631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39724" y="1554124"/>
              <a:ext cx="5303520" cy="4389120"/>
            </a:xfrm>
            <a:custGeom>
              <a:avLst/>
              <a:gdLst/>
              <a:ahLst/>
              <a:cxnLst/>
              <a:rect l="l" t="t" r="r" b="b"/>
              <a:pathLst>
                <a:path w="5303520" h="4389120">
                  <a:moveTo>
                    <a:pt x="0" y="731519"/>
                  </a:moveTo>
                  <a:lnTo>
                    <a:pt x="1578" y="683465"/>
                  </a:lnTo>
                  <a:lnTo>
                    <a:pt x="6287" y="635791"/>
                  </a:lnTo>
                  <a:lnTo>
                    <a:pt x="14084" y="588641"/>
                  </a:lnTo>
                  <a:lnTo>
                    <a:pt x="24926" y="542158"/>
                  </a:lnTo>
                  <a:lnTo>
                    <a:pt x="38773" y="496485"/>
                  </a:lnTo>
                  <a:lnTo>
                    <a:pt x="55581" y="451765"/>
                  </a:lnTo>
                  <a:lnTo>
                    <a:pt x="75310" y="408142"/>
                  </a:lnTo>
                  <a:lnTo>
                    <a:pt x="97917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19" y="0"/>
                  </a:lnTo>
                  <a:lnTo>
                    <a:pt x="4571631" y="0"/>
                  </a:lnTo>
                  <a:lnTo>
                    <a:pt x="4619685" y="1578"/>
                  </a:lnTo>
                  <a:lnTo>
                    <a:pt x="4667359" y="6287"/>
                  </a:lnTo>
                  <a:lnTo>
                    <a:pt x="4714510" y="14084"/>
                  </a:lnTo>
                  <a:lnTo>
                    <a:pt x="4760993" y="24926"/>
                  </a:lnTo>
                  <a:lnTo>
                    <a:pt x="4806666" y="38773"/>
                  </a:lnTo>
                  <a:lnTo>
                    <a:pt x="4851386" y="55581"/>
                  </a:lnTo>
                  <a:lnTo>
                    <a:pt x="4895009" y="75310"/>
                  </a:lnTo>
                  <a:lnTo>
                    <a:pt x="4937391" y="97916"/>
                  </a:lnTo>
                  <a:lnTo>
                    <a:pt x="4978195" y="123364"/>
                  </a:lnTo>
                  <a:lnTo>
                    <a:pt x="5017109" y="151309"/>
                  </a:lnTo>
                  <a:lnTo>
                    <a:pt x="5054032" y="181651"/>
                  </a:lnTo>
                  <a:lnTo>
                    <a:pt x="5088863" y="214288"/>
                  </a:lnTo>
                  <a:lnTo>
                    <a:pt x="5121499" y="249119"/>
                  </a:lnTo>
                  <a:lnTo>
                    <a:pt x="5151841" y="286042"/>
                  </a:lnTo>
                  <a:lnTo>
                    <a:pt x="5179787" y="324956"/>
                  </a:lnTo>
                  <a:lnTo>
                    <a:pt x="5205234" y="365760"/>
                  </a:lnTo>
                  <a:lnTo>
                    <a:pt x="5227841" y="408142"/>
                  </a:lnTo>
                  <a:lnTo>
                    <a:pt x="5247569" y="451765"/>
                  </a:lnTo>
                  <a:lnTo>
                    <a:pt x="5264378" y="496485"/>
                  </a:lnTo>
                  <a:lnTo>
                    <a:pt x="5278224" y="542158"/>
                  </a:lnTo>
                  <a:lnTo>
                    <a:pt x="5289067" y="588641"/>
                  </a:lnTo>
                  <a:lnTo>
                    <a:pt x="5296864" y="635791"/>
                  </a:lnTo>
                  <a:lnTo>
                    <a:pt x="5301572" y="683465"/>
                  </a:lnTo>
                  <a:lnTo>
                    <a:pt x="5303151" y="731519"/>
                  </a:lnTo>
                  <a:lnTo>
                    <a:pt x="5303520" y="3657231"/>
                  </a:lnTo>
                  <a:lnTo>
                    <a:pt x="5301940" y="3705285"/>
                  </a:lnTo>
                  <a:lnTo>
                    <a:pt x="5297230" y="3752959"/>
                  </a:lnTo>
                  <a:lnTo>
                    <a:pt x="5289431" y="3800110"/>
                  </a:lnTo>
                  <a:lnTo>
                    <a:pt x="5278586" y="3846593"/>
                  </a:lnTo>
                  <a:lnTo>
                    <a:pt x="5264737" y="3892266"/>
                  </a:lnTo>
                  <a:lnTo>
                    <a:pt x="5247927" y="3936986"/>
                  </a:lnTo>
                  <a:lnTo>
                    <a:pt x="5228197" y="3980609"/>
                  </a:lnTo>
                  <a:lnTo>
                    <a:pt x="5205590" y="4022991"/>
                  </a:lnTo>
                  <a:lnTo>
                    <a:pt x="5180143" y="4063795"/>
                  </a:lnTo>
                  <a:lnTo>
                    <a:pt x="5152199" y="4102709"/>
                  </a:lnTo>
                  <a:lnTo>
                    <a:pt x="5121859" y="4139632"/>
                  </a:lnTo>
                  <a:lnTo>
                    <a:pt x="5089224" y="4174463"/>
                  </a:lnTo>
                  <a:lnTo>
                    <a:pt x="5054396" y="4207099"/>
                  </a:lnTo>
                  <a:lnTo>
                    <a:pt x="5017475" y="4237441"/>
                  </a:lnTo>
                  <a:lnTo>
                    <a:pt x="4978563" y="4265387"/>
                  </a:lnTo>
                  <a:lnTo>
                    <a:pt x="4937760" y="4290834"/>
                  </a:lnTo>
                  <a:lnTo>
                    <a:pt x="4895376" y="4313441"/>
                  </a:lnTo>
                  <a:lnTo>
                    <a:pt x="4851752" y="4333169"/>
                  </a:lnTo>
                  <a:lnTo>
                    <a:pt x="4807031" y="4349978"/>
                  </a:lnTo>
                  <a:lnTo>
                    <a:pt x="4761357" y="4363824"/>
                  </a:lnTo>
                  <a:lnTo>
                    <a:pt x="4714872" y="4374667"/>
                  </a:lnTo>
                  <a:lnTo>
                    <a:pt x="4667722" y="4382464"/>
                  </a:lnTo>
                  <a:lnTo>
                    <a:pt x="4620050" y="4387172"/>
                  </a:lnTo>
                  <a:lnTo>
                    <a:pt x="4572000" y="4388751"/>
                  </a:lnTo>
                  <a:lnTo>
                    <a:pt x="731519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7" y="4023359"/>
                  </a:lnTo>
                  <a:lnTo>
                    <a:pt x="75310" y="3980976"/>
                  </a:lnTo>
                  <a:lnTo>
                    <a:pt x="55581" y="3937352"/>
                  </a:lnTo>
                  <a:lnTo>
                    <a:pt x="38773" y="3892631"/>
                  </a:lnTo>
                  <a:lnTo>
                    <a:pt x="24926" y="3846956"/>
                  </a:lnTo>
                  <a:lnTo>
                    <a:pt x="14084" y="3800472"/>
                  </a:lnTo>
                  <a:lnTo>
                    <a:pt x="6287" y="3753322"/>
                  </a:lnTo>
                  <a:lnTo>
                    <a:pt x="1578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042454" y="2414422"/>
            <a:ext cx="4452620" cy="26962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1280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Core</a:t>
            </a:r>
            <a:r>
              <a:rPr sz="1700" spc="2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Idea</a:t>
            </a:r>
            <a:endParaRPr sz="1700">
              <a:latin typeface="Arial MT"/>
              <a:cs typeface="Arial MT"/>
            </a:endParaRPr>
          </a:p>
          <a:p>
            <a:pPr marL="12700" marR="25273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Centralized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platform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managing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blog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Supports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drafts,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categories,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tags,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comments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media metadata.</a:t>
            </a:r>
            <a:endParaRPr sz="1350">
              <a:latin typeface="Arial MT"/>
              <a:cs typeface="Arial MT"/>
            </a:endParaRPr>
          </a:p>
          <a:p>
            <a:pPr marL="12700" marR="7715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assistance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content summarization.</a:t>
            </a:r>
            <a:endParaRPr sz="1350">
              <a:latin typeface="Arial MT"/>
              <a:cs typeface="Arial MT"/>
            </a:endParaRPr>
          </a:p>
          <a:p>
            <a:pPr marL="12700" marR="50863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access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2700" marR="98425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Security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includes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authentication,</a:t>
            </a:r>
            <a:r>
              <a:rPr sz="1350" spc="1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</a:t>
            </a:r>
            <a:r>
              <a:rPr sz="1350" spc="1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hashing,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limiting.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252517" y="5423395"/>
            <a:ext cx="939165" cy="1360170"/>
            <a:chOff x="11252517" y="5423395"/>
            <a:chExt cx="939165" cy="1360170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252517" y="5423395"/>
              <a:ext cx="938872" cy="1359725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1292484" y="5440324"/>
              <a:ext cx="899160" cy="1280160"/>
            </a:xfrm>
            <a:custGeom>
              <a:avLst/>
              <a:gdLst/>
              <a:ahLst/>
              <a:cxnLst/>
              <a:rect l="l" t="t" r="r" b="b"/>
              <a:pathLst>
                <a:path w="899159" h="1280159">
                  <a:moveTo>
                    <a:pt x="640079" y="0"/>
                  </a:moveTo>
                  <a:lnTo>
                    <a:pt x="592086" y="1798"/>
                  </a:lnTo>
                  <a:lnTo>
                    <a:pt x="544514" y="7161"/>
                  </a:lnTo>
                  <a:lnTo>
                    <a:pt x="497565" y="16037"/>
                  </a:lnTo>
                  <a:lnTo>
                    <a:pt x="451441" y="28376"/>
                  </a:lnTo>
                  <a:lnTo>
                    <a:pt x="406344" y="44129"/>
                  </a:lnTo>
                  <a:lnTo>
                    <a:pt x="362476" y="63245"/>
                  </a:lnTo>
                  <a:lnTo>
                    <a:pt x="320039" y="85674"/>
                  </a:lnTo>
                  <a:lnTo>
                    <a:pt x="279397" y="111238"/>
                  </a:lnTo>
                  <a:lnTo>
                    <a:pt x="240890" y="139692"/>
                  </a:lnTo>
                  <a:lnTo>
                    <a:pt x="204670" y="170887"/>
                  </a:lnTo>
                  <a:lnTo>
                    <a:pt x="170887" y="204670"/>
                  </a:lnTo>
                  <a:lnTo>
                    <a:pt x="139692" y="240890"/>
                  </a:lnTo>
                  <a:lnTo>
                    <a:pt x="111238" y="279397"/>
                  </a:lnTo>
                  <a:lnTo>
                    <a:pt x="85674" y="320039"/>
                  </a:lnTo>
                  <a:lnTo>
                    <a:pt x="63245" y="362476"/>
                  </a:lnTo>
                  <a:lnTo>
                    <a:pt x="44129" y="406344"/>
                  </a:lnTo>
                  <a:lnTo>
                    <a:pt x="28376" y="451441"/>
                  </a:lnTo>
                  <a:lnTo>
                    <a:pt x="16037" y="497565"/>
                  </a:lnTo>
                  <a:lnTo>
                    <a:pt x="7161" y="544514"/>
                  </a:lnTo>
                  <a:lnTo>
                    <a:pt x="1798" y="592086"/>
                  </a:lnTo>
                  <a:lnTo>
                    <a:pt x="0" y="640079"/>
                  </a:lnTo>
                  <a:lnTo>
                    <a:pt x="1798" y="688072"/>
                  </a:lnTo>
                  <a:lnTo>
                    <a:pt x="7161" y="735643"/>
                  </a:lnTo>
                  <a:lnTo>
                    <a:pt x="16037" y="782590"/>
                  </a:lnTo>
                  <a:lnTo>
                    <a:pt x="28376" y="828712"/>
                  </a:lnTo>
                  <a:lnTo>
                    <a:pt x="44129" y="873809"/>
                  </a:lnTo>
                  <a:lnTo>
                    <a:pt x="63245" y="917679"/>
                  </a:lnTo>
                  <a:lnTo>
                    <a:pt x="85674" y="960119"/>
                  </a:lnTo>
                  <a:lnTo>
                    <a:pt x="111238" y="1000757"/>
                  </a:lnTo>
                  <a:lnTo>
                    <a:pt x="139692" y="1039261"/>
                  </a:lnTo>
                  <a:lnTo>
                    <a:pt x="170887" y="1075479"/>
                  </a:lnTo>
                  <a:lnTo>
                    <a:pt x="204670" y="1109260"/>
                  </a:lnTo>
                  <a:lnTo>
                    <a:pt x="240890" y="1140454"/>
                  </a:lnTo>
                  <a:lnTo>
                    <a:pt x="279397" y="1168909"/>
                  </a:lnTo>
                  <a:lnTo>
                    <a:pt x="320039" y="1194473"/>
                  </a:lnTo>
                  <a:lnTo>
                    <a:pt x="362476" y="1216902"/>
                  </a:lnTo>
                  <a:lnTo>
                    <a:pt x="406344" y="1236020"/>
                  </a:lnTo>
                  <a:lnTo>
                    <a:pt x="451441" y="1251775"/>
                  </a:lnTo>
                  <a:lnTo>
                    <a:pt x="497565" y="1264117"/>
                  </a:lnTo>
                  <a:lnTo>
                    <a:pt x="544514" y="1272996"/>
                  </a:lnTo>
                  <a:lnTo>
                    <a:pt x="592086" y="1278360"/>
                  </a:lnTo>
                  <a:lnTo>
                    <a:pt x="640079" y="1280159"/>
                  </a:lnTo>
                  <a:lnTo>
                    <a:pt x="688072" y="1278360"/>
                  </a:lnTo>
                  <a:lnTo>
                    <a:pt x="735643" y="1272996"/>
                  </a:lnTo>
                  <a:lnTo>
                    <a:pt x="782590" y="1264117"/>
                  </a:lnTo>
                  <a:lnTo>
                    <a:pt x="828712" y="1251775"/>
                  </a:lnTo>
                  <a:lnTo>
                    <a:pt x="873809" y="1236020"/>
                  </a:lnTo>
                  <a:lnTo>
                    <a:pt x="898905" y="1225083"/>
                  </a:lnTo>
                  <a:lnTo>
                    <a:pt x="898905" y="55065"/>
                  </a:lnTo>
                  <a:lnTo>
                    <a:pt x="828712" y="28376"/>
                  </a:lnTo>
                  <a:lnTo>
                    <a:pt x="782590" y="16037"/>
                  </a:lnTo>
                  <a:lnTo>
                    <a:pt x="735643" y="7161"/>
                  </a:lnTo>
                  <a:lnTo>
                    <a:pt x="688072" y="179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6127559" y="1532508"/>
            <a:ext cx="5438775" cy="4478655"/>
            <a:chOff x="6127559" y="1532508"/>
            <a:chExt cx="5438775" cy="447865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27559" y="1532508"/>
              <a:ext cx="5438521" cy="447804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4617364" y="0"/>
                  </a:moveTo>
                  <a:lnTo>
                    <a:pt x="731520" y="0"/>
                  </a:lnTo>
                  <a:lnTo>
                    <a:pt x="683465" y="1578"/>
                  </a:lnTo>
                  <a:lnTo>
                    <a:pt x="635791" y="6287"/>
                  </a:lnTo>
                  <a:lnTo>
                    <a:pt x="588641" y="14084"/>
                  </a:lnTo>
                  <a:lnTo>
                    <a:pt x="542158" y="24926"/>
                  </a:lnTo>
                  <a:lnTo>
                    <a:pt x="496485" y="38773"/>
                  </a:lnTo>
                  <a:lnTo>
                    <a:pt x="451765" y="55581"/>
                  </a:lnTo>
                  <a:lnTo>
                    <a:pt x="408142" y="75310"/>
                  </a:lnTo>
                  <a:lnTo>
                    <a:pt x="365759" y="97916"/>
                  </a:lnTo>
                  <a:lnTo>
                    <a:pt x="324956" y="123364"/>
                  </a:lnTo>
                  <a:lnTo>
                    <a:pt x="286042" y="151309"/>
                  </a:lnTo>
                  <a:lnTo>
                    <a:pt x="249119" y="181651"/>
                  </a:lnTo>
                  <a:lnTo>
                    <a:pt x="214288" y="214288"/>
                  </a:lnTo>
                  <a:lnTo>
                    <a:pt x="181651" y="249119"/>
                  </a:lnTo>
                  <a:lnTo>
                    <a:pt x="151309" y="286042"/>
                  </a:lnTo>
                  <a:lnTo>
                    <a:pt x="123364" y="324956"/>
                  </a:lnTo>
                  <a:lnTo>
                    <a:pt x="97916" y="365760"/>
                  </a:lnTo>
                  <a:lnTo>
                    <a:pt x="75314" y="408142"/>
                  </a:lnTo>
                  <a:lnTo>
                    <a:pt x="55587" y="451765"/>
                  </a:lnTo>
                  <a:lnTo>
                    <a:pt x="38779" y="496485"/>
                  </a:lnTo>
                  <a:lnTo>
                    <a:pt x="24931" y="542158"/>
                  </a:lnTo>
                  <a:lnTo>
                    <a:pt x="14087" y="588641"/>
                  </a:lnTo>
                  <a:lnTo>
                    <a:pt x="6289" y="635791"/>
                  </a:lnTo>
                  <a:lnTo>
                    <a:pt x="1579" y="683465"/>
                  </a:lnTo>
                  <a:lnTo>
                    <a:pt x="0" y="731519"/>
                  </a:lnTo>
                  <a:lnTo>
                    <a:pt x="0" y="3657600"/>
                  </a:lnTo>
                  <a:lnTo>
                    <a:pt x="1567" y="3705285"/>
                  </a:lnTo>
                  <a:lnTo>
                    <a:pt x="6253" y="3752959"/>
                  </a:lnTo>
                  <a:lnTo>
                    <a:pt x="14027" y="3800110"/>
                  </a:lnTo>
                  <a:lnTo>
                    <a:pt x="24846" y="3846593"/>
                  </a:lnTo>
                  <a:lnTo>
                    <a:pt x="24931" y="3846956"/>
                  </a:lnTo>
                  <a:lnTo>
                    <a:pt x="38668" y="3892266"/>
                  </a:lnTo>
                  <a:lnTo>
                    <a:pt x="55587" y="3937352"/>
                  </a:lnTo>
                  <a:lnTo>
                    <a:pt x="75314" y="3980976"/>
                  </a:lnTo>
                  <a:lnTo>
                    <a:pt x="97916" y="4023359"/>
                  </a:lnTo>
                  <a:lnTo>
                    <a:pt x="123364" y="4064163"/>
                  </a:lnTo>
                  <a:lnTo>
                    <a:pt x="151309" y="4103075"/>
                  </a:lnTo>
                  <a:lnTo>
                    <a:pt x="181651" y="4139996"/>
                  </a:lnTo>
                  <a:lnTo>
                    <a:pt x="214288" y="4174824"/>
                  </a:lnTo>
                  <a:lnTo>
                    <a:pt x="249119" y="4207459"/>
                  </a:lnTo>
                  <a:lnTo>
                    <a:pt x="286042" y="4237799"/>
                  </a:lnTo>
                  <a:lnTo>
                    <a:pt x="324956" y="4265743"/>
                  </a:lnTo>
                  <a:lnTo>
                    <a:pt x="365759" y="4291190"/>
                  </a:lnTo>
                  <a:lnTo>
                    <a:pt x="408142" y="4313797"/>
                  </a:lnTo>
                  <a:lnTo>
                    <a:pt x="451765" y="4333527"/>
                  </a:lnTo>
                  <a:lnTo>
                    <a:pt x="496485" y="4350337"/>
                  </a:lnTo>
                  <a:lnTo>
                    <a:pt x="542158" y="4364186"/>
                  </a:lnTo>
                  <a:lnTo>
                    <a:pt x="588641" y="4375031"/>
                  </a:lnTo>
                  <a:lnTo>
                    <a:pt x="635791" y="4382830"/>
                  </a:lnTo>
                  <a:lnTo>
                    <a:pt x="683465" y="4387540"/>
                  </a:lnTo>
                  <a:lnTo>
                    <a:pt x="731520" y="4389120"/>
                  </a:lnTo>
                  <a:lnTo>
                    <a:pt x="4617720" y="4388751"/>
                  </a:lnTo>
                  <a:lnTo>
                    <a:pt x="4665774" y="4387172"/>
                  </a:lnTo>
                  <a:lnTo>
                    <a:pt x="4713448" y="4382464"/>
                  </a:lnTo>
                  <a:lnTo>
                    <a:pt x="4760598" y="4374667"/>
                  </a:lnTo>
                  <a:lnTo>
                    <a:pt x="4807081" y="4363824"/>
                  </a:lnTo>
                  <a:lnTo>
                    <a:pt x="4852754" y="4349978"/>
                  </a:lnTo>
                  <a:lnTo>
                    <a:pt x="4897474" y="4333169"/>
                  </a:lnTo>
                  <a:lnTo>
                    <a:pt x="4941097" y="4313441"/>
                  </a:lnTo>
                  <a:lnTo>
                    <a:pt x="4983480" y="4290834"/>
                  </a:lnTo>
                  <a:lnTo>
                    <a:pt x="5024283" y="4265387"/>
                  </a:lnTo>
                  <a:lnTo>
                    <a:pt x="5063197" y="4237441"/>
                  </a:lnTo>
                  <a:lnTo>
                    <a:pt x="5100120" y="4207099"/>
                  </a:lnTo>
                  <a:lnTo>
                    <a:pt x="5134951" y="4174463"/>
                  </a:lnTo>
                  <a:lnTo>
                    <a:pt x="5167588" y="4139632"/>
                  </a:lnTo>
                  <a:lnTo>
                    <a:pt x="5197930" y="4102709"/>
                  </a:lnTo>
                  <a:lnTo>
                    <a:pt x="5225875" y="4063795"/>
                  </a:lnTo>
                  <a:lnTo>
                    <a:pt x="5251323" y="4022991"/>
                  </a:lnTo>
                  <a:lnTo>
                    <a:pt x="5273925" y="3980609"/>
                  </a:lnTo>
                  <a:lnTo>
                    <a:pt x="5293652" y="3936986"/>
                  </a:lnTo>
                  <a:lnTo>
                    <a:pt x="5310460" y="3892266"/>
                  </a:lnTo>
                  <a:lnTo>
                    <a:pt x="5324198" y="3846956"/>
                  </a:lnTo>
                  <a:lnTo>
                    <a:pt x="5324308" y="3846593"/>
                  </a:lnTo>
                  <a:lnTo>
                    <a:pt x="5335067" y="3800472"/>
                  </a:lnTo>
                  <a:lnTo>
                    <a:pt x="5342890" y="3753322"/>
                  </a:lnTo>
                  <a:lnTo>
                    <a:pt x="5347624" y="3705650"/>
                  </a:lnTo>
                  <a:lnTo>
                    <a:pt x="5347660" y="3705285"/>
                  </a:lnTo>
                  <a:lnTo>
                    <a:pt x="5349227" y="3657600"/>
                  </a:lnTo>
                  <a:lnTo>
                    <a:pt x="5348884" y="731519"/>
                  </a:lnTo>
                  <a:lnTo>
                    <a:pt x="5347304" y="683465"/>
                  </a:lnTo>
                  <a:lnTo>
                    <a:pt x="5342594" y="635791"/>
                  </a:lnTo>
                  <a:lnTo>
                    <a:pt x="5334796" y="588641"/>
                  </a:lnTo>
                  <a:lnTo>
                    <a:pt x="5323951" y="542158"/>
                  </a:lnTo>
                  <a:lnTo>
                    <a:pt x="5310102" y="496485"/>
                  </a:lnTo>
                  <a:lnTo>
                    <a:pt x="5293291" y="451765"/>
                  </a:lnTo>
                  <a:lnTo>
                    <a:pt x="5273561" y="408142"/>
                  </a:lnTo>
                  <a:lnTo>
                    <a:pt x="5250954" y="365760"/>
                  </a:lnTo>
                  <a:lnTo>
                    <a:pt x="5225507" y="324956"/>
                  </a:lnTo>
                  <a:lnTo>
                    <a:pt x="5197563" y="286042"/>
                  </a:lnTo>
                  <a:lnTo>
                    <a:pt x="5167223" y="249119"/>
                  </a:lnTo>
                  <a:lnTo>
                    <a:pt x="5134589" y="214288"/>
                  </a:lnTo>
                  <a:lnTo>
                    <a:pt x="5099761" y="181651"/>
                  </a:lnTo>
                  <a:lnTo>
                    <a:pt x="5062840" y="151309"/>
                  </a:lnTo>
                  <a:lnTo>
                    <a:pt x="5023927" y="123364"/>
                  </a:lnTo>
                  <a:lnTo>
                    <a:pt x="4983124" y="97916"/>
                  </a:lnTo>
                  <a:lnTo>
                    <a:pt x="4940741" y="75310"/>
                  </a:lnTo>
                  <a:lnTo>
                    <a:pt x="4897117" y="55581"/>
                  </a:lnTo>
                  <a:lnTo>
                    <a:pt x="4852396" y="38773"/>
                  </a:lnTo>
                  <a:lnTo>
                    <a:pt x="4806721" y="24926"/>
                  </a:lnTo>
                  <a:lnTo>
                    <a:pt x="4760237" y="14084"/>
                  </a:lnTo>
                  <a:lnTo>
                    <a:pt x="4713087" y="6287"/>
                  </a:lnTo>
                  <a:lnTo>
                    <a:pt x="4665414" y="1578"/>
                  </a:lnTo>
                  <a:lnTo>
                    <a:pt x="4617364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6172199" y="1554124"/>
              <a:ext cx="5349240" cy="4389120"/>
            </a:xfrm>
            <a:custGeom>
              <a:avLst/>
              <a:gdLst/>
              <a:ahLst/>
              <a:cxnLst/>
              <a:rect l="l" t="t" r="r" b="b"/>
              <a:pathLst>
                <a:path w="5349240" h="4389120">
                  <a:moveTo>
                    <a:pt x="0" y="731519"/>
                  </a:moveTo>
                  <a:lnTo>
                    <a:pt x="1579" y="683465"/>
                  </a:lnTo>
                  <a:lnTo>
                    <a:pt x="6289" y="635791"/>
                  </a:lnTo>
                  <a:lnTo>
                    <a:pt x="14087" y="588641"/>
                  </a:lnTo>
                  <a:lnTo>
                    <a:pt x="24931" y="542158"/>
                  </a:lnTo>
                  <a:lnTo>
                    <a:pt x="38779" y="496485"/>
                  </a:lnTo>
                  <a:lnTo>
                    <a:pt x="55587" y="451765"/>
                  </a:lnTo>
                  <a:lnTo>
                    <a:pt x="75314" y="408142"/>
                  </a:lnTo>
                  <a:lnTo>
                    <a:pt x="97916" y="365760"/>
                  </a:lnTo>
                  <a:lnTo>
                    <a:pt x="123364" y="324956"/>
                  </a:lnTo>
                  <a:lnTo>
                    <a:pt x="151309" y="286042"/>
                  </a:lnTo>
                  <a:lnTo>
                    <a:pt x="181651" y="249119"/>
                  </a:lnTo>
                  <a:lnTo>
                    <a:pt x="214288" y="214288"/>
                  </a:lnTo>
                  <a:lnTo>
                    <a:pt x="249119" y="181651"/>
                  </a:lnTo>
                  <a:lnTo>
                    <a:pt x="286042" y="151309"/>
                  </a:lnTo>
                  <a:lnTo>
                    <a:pt x="324956" y="123364"/>
                  </a:lnTo>
                  <a:lnTo>
                    <a:pt x="365759" y="97916"/>
                  </a:lnTo>
                  <a:lnTo>
                    <a:pt x="408142" y="75310"/>
                  </a:lnTo>
                  <a:lnTo>
                    <a:pt x="451765" y="55581"/>
                  </a:lnTo>
                  <a:lnTo>
                    <a:pt x="496485" y="38773"/>
                  </a:lnTo>
                  <a:lnTo>
                    <a:pt x="542158" y="24926"/>
                  </a:lnTo>
                  <a:lnTo>
                    <a:pt x="588641" y="14084"/>
                  </a:lnTo>
                  <a:lnTo>
                    <a:pt x="635791" y="6287"/>
                  </a:lnTo>
                  <a:lnTo>
                    <a:pt x="683465" y="1578"/>
                  </a:lnTo>
                  <a:lnTo>
                    <a:pt x="731520" y="0"/>
                  </a:lnTo>
                  <a:lnTo>
                    <a:pt x="4617364" y="0"/>
                  </a:lnTo>
                  <a:lnTo>
                    <a:pt x="4665414" y="1578"/>
                  </a:lnTo>
                  <a:lnTo>
                    <a:pt x="4713087" y="6287"/>
                  </a:lnTo>
                  <a:lnTo>
                    <a:pt x="4760237" y="14084"/>
                  </a:lnTo>
                  <a:lnTo>
                    <a:pt x="4806721" y="24926"/>
                  </a:lnTo>
                  <a:lnTo>
                    <a:pt x="4852396" y="38773"/>
                  </a:lnTo>
                  <a:lnTo>
                    <a:pt x="4897117" y="55581"/>
                  </a:lnTo>
                  <a:lnTo>
                    <a:pt x="4940741" y="75310"/>
                  </a:lnTo>
                  <a:lnTo>
                    <a:pt x="4983124" y="97916"/>
                  </a:lnTo>
                  <a:lnTo>
                    <a:pt x="5023927" y="123364"/>
                  </a:lnTo>
                  <a:lnTo>
                    <a:pt x="5062840" y="151309"/>
                  </a:lnTo>
                  <a:lnTo>
                    <a:pt x="5099761" y="181651"/>
                  </a:lnTo>
                  <a:lnTo>
                    <a:pt x="5134589" y="214288"/>
                  </a:lnTo>
                  <a:lnTo>
                    <a:pt x="5167223" y="249119"/>
                  </a:lnTo>
                  <a:lnTo>
                    <a:pt x="5197563" y="286042"/>
                  </a:lnTo>
                  <a:lnTo>
                    <a:pt x="5225507" y="324956"/>
                  </a:lnTo>
                  <a:lnTo>
                    <a:pt x="5250954" y="365760"/>
                  </a:lnTo>
                  <a:lnTo>
                    <a:pt x="5273561" y="408142"/>
                  </a:lnTo>
                  <a:lnTo>
                    <a:pt x="5293291" y="451765"/>
                  </a:lnTo>
                  <a:lnTo>
                    <a:pt x="5310102" y="496485"/>
                  </a:lnTo>
                  <a:lnTo>
                    <a:pt x="5323951" y="542158"/>
                  </a:lnTo>
                  <a:lnTo>
                    <a:pt x="5334796" y="588641"/>
                  </a:lnTo>
                  <a:lnTo>
                    <a:pt x="5342594" y="635791"/>
                  </a:lnTo>
                  <a:lnTo>
                    <a:pt x="5347304" y="683465"/>
                  </a:lnTo>
                  <a:lnTo>
                    <a:pt x="5348884" y="731519"/>
                  </a:lnTo>
                  <a:lnTo>
                    <a:pt x="5349240" y="3657231"/>
                  </a:lnTo>
                  <a:lnTo>
                    <a:pt x="5347660" y="3705285"/>
                  </a:lnTo>
                  <a:lnTo>
                    <a:pt x="5342950" y="3752959"/>
                  </a:lnTo>
                  <a:lnTo>
                    <a:pt x="5335152" y="3800110"/>
                  </a:lnTo>
                  <a:lnTo>
                    <a:pt x="5324308" y="3846593"/>
                  </a:lnTo>
                  <a:lnTo>
                    <a:pt x="5310460" y="3892266"/>
                  </a:lnTo>
                  <a:lnTo>
                    <a:pt x="5293652" y="3936986"/>
                  </a:lnTo>
                  <a:lnTo>
                    <a:pt x="5273925" y="3980609"/>
                  </a:lnTo>
                  <a:lnTo>
                    <a:pt x="5251323" y="4022991"/>
                  </a:lnTo>
                  <a:lnTo>
                    <a:pt x="5225875" y="4063795"/>
                  </a:lnTo>
                  <a:lnTo>
                    <a:pt x="5197930" y="4102709"/>
                  </a:lnTo>
                  <a:lnTo>
                    <a:pt x="5167588" y="4139632"/>
                  </a:lnTo>
                  <a:lnTo>
                    <a:pt x="5134951" y="4174463"/>
                  </a:lnTo>
                  <a:lnTo>
                    <a:pt x="5100120" y="4207099"/>
                  </a:lnTo>
                  <a:lnTo>
                    <a:pt x="5063197" y="4237441"/>
                  </a:lnTo>
                  <a:lnTo>
                    <a:pt x="5024283" y="4265387"/>
                  </a:lnTo>
                  <a:lnTo>
                    <a:pt x="4983480" y="4290834"/>
                  </a:lnTo>
                  <a:lnTo>
                    <a:pt x="4941097" y="4313441"/>
                  </a:lnTo>
                  <a:lnTo>
                    <a:pt x="4897474" y="4333169"/>
                  </a:lnTo>
                  <a:lnTo>
                    <a:pt x="4852754" y="4349978"/>
                  </a:lnTo>
                  <a:lnTo>
                    <a:pt x="4807081" y="4363824"/>
                  </a:lnTo>
                  <a:lnTo>
                    <a:pt x="4760598" y="4374667"/>
                  </a:lnTo>
                  <a:lnTo>
                    <a:pt x="4713448" y="4382464"/>
                  </a:lnTo>
                  <a:lnTo>
                    <a:pt x="4665774" y="4387172"/>
                  </a:lnTo>
                  <a:lnTo>
                    <a:pt x="4617720" y="4388751"/>
                  </a:lnTo>
                  <a:lnTo>
                    <a:pt x="731520" y="4389120"/>
                  </a:lnTo>
                  <a:lnTo>
                    <a:pt x="683465" y="4387540"/>
                  </a:lnTo>
                  <a:lnTo>
                    <a:pt x="635791" y="4382830"/>
                  </a:lnTo>
                  <a:lnTo>
                    <a:pt x="588641" y="4375031"/>
                  </a:lnTo>
                  <a:lnTo>
                    <a:pt x="542158" y="4364186"/>
                  </a:lnTo>
                  <a:lnTo>
                    <a:pt x="496485" y="4350337"/>
                  </a:lnTo>
                  <a:lnTo>
                    <a:pt x="451765" y="4333527"/>
                  </a:lnTo>
                  <a:lnTo>
                    <a:pt x="408142" y="4313797"/>
                  </a:lnTo>
                  <a:lnTo>
                    <a:pt x="365759" y="4291190"/>
                  </a:lnTo>
                  <a:lnTo>
                    <a:pt x="324956" y="4265743"/>
                  </a:lnTo>
                  <a:lnTo>
                    <a:pt x="286042" y="4237799"/>
                  </a:lnTo>
                  <a:lnTo>
                    <a:pt x="249119" y="4207459"/>
                  </a:lnTo>
                  <a:lnTo>
                    <a:pt x="214288" y="4174824"/>
                  </a:lnTo>
                  <a:lnTo>
                    <a:pt x="181651" y="4139996"/>
                  </a:lnTo>
                  <a:lnTo>
                    <a:pt x="151309" y="4103075"/>
                  </a:lnTo>
                  <a:lnTo>
                    <a:pt x="123364" y="4064163"/>
                  </a:lnTo>
                  <a:lnTo>
                    <a:pt x="97916" y="4023359"/>
                  </a:lnTo>
                  <a:lnTo>
                    <a:pt x="75314" y="3980976"/>
                  </a:lnTo>
                  <a:lnTo>
                    <a:pt x="55587" y="3937352"/>
                  </a:lnTo>
                  <a:lnTo>
                    <a:pt x="38779" y="3892631"/>
                  </a:lnTo>
                  <a:lnTo>
                    <a:pt x="24931" y="3846956"/>
                  </a:lnTo>
                  <a:lnTo>
                    <a:pt x="14087" y="3800472"/>
                  </a:lnTo>
                  <a:lnTo>
                    <a:pt x="6289" y="3753322"/>
                  </a:lnTo>
                  <a:lnTo>
                    <a:pt x="1579" y="3705650"/>
                  </a:lnTo>
                  <a:lnTo>
                    <a:pt x="0" y="3657600"/>
                  </a:lnTo>
                  <a:lnTo>
                    <a:pt x="0" y="731519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6574942" y="2928137"/>
            <a:ext cx="4571365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255" algn="ctr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Key</a:t>
            </a:r>
            <a:r>
              <a:rPr sz="1700" spc="-5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Benefits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Reduces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manual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effort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9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creation.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Improves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approval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publishing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workflows.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Maintains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MongoDB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data.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Provides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protected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different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Designed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with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modular,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scalable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architecture.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System</a:t>
            </a:r>
            <a:r>
              <a:rPr spc="275" dirty="0"/>
              <a:t> </a:t>
            </a:r>
            <a:r>
              <a:rPr spc="40" dirty="0"/>
              <a:t>Architecture</a:t>
            </a:r>
            <a:endParaRPr spc="40" dirty="0"/>
          </a:p>
        </p:txBody>
      </p:sp>
      <p:sp>
        <p:nvSpPr>
          <p:cNvPr id="3" name="object 3"/>
          <p:cNvSpPr txBox="1"/>
          <p:nvPr/>
        </p:nvSpPr>
        <p:spPr>
          <a:xfrm>
            <a:off x="735380" y="1056500"/>
            <a:ext cx="40589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Layered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7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architecture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used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by</a:t>
            </a:r>
            <a:r>
              <a:rPr sz="1300" spc="7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8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application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485957" y="1582902"/>
            <a:ext cx="1955164" cy="857250"/>
            <a:chOff x="4485957" y="1582902"/>
            <a:chExt cx="1955164" cy="857250"/>
          </a:xfrm>
        </p:grpSpPr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85957" y="1582902"/>
              <a:ext cx="1954796" cy="857173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4525924" y="159984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5012906" y="1777580"/>
            <a:ext cx="90170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510" marR="5080" indent="-4445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JWT + </a:t>
            </a:r>
            <a:r>
              <a:rPr sz="1300" spc="-20" dirty="0">
                <a:solidFill>
                  <a:srgbClr val="F7F9FB"/>
                </a:solidFill>
                <a:latin typeface="Arial MT"/>
                <a:cs typeface="Arial MT"/>
              </a:rPr>
              <a:t>Role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Middleware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62241" y="2314422"/>
            <a:ext cx="1635125" cy="857250"/>
            <a:chOff x="462241" y="2314422"/>
            <a:chExt cx="1635125" cy="8572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241" y="2314422"/>
              <a:ext cx="1634756" cy="85717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502196" y="2331364"/>
              <a:ext cx="1555115" cy="777875"/>
            </a:xfrm>
            <a:custGeom>
              <a:avLst/>
              <a:gdLst/>
              <a:ahLst/>
              <a:cxnLst/>
              <a:rect l="l" t="t" r="r" b="b"/>
              <a:pathLst>
                <a:path w="155511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425244" y="777595"/>
                  </a:lnTo>
                  <a:lnTo>
                    <a:pt x="1474752" y="767721"/>
                  </a:lnTo>
                  <a:lnTo>
                    <a:pt x="1516907" y="739660"/>
                  </a:lnTo>
                  <a:lnTo>
                    <a:pt x="1544973" y="697510"/>
                  </a:lnTo>
                  <a:lnTo>
                    <a:pt x="1554848" y="647992"/>
                  </a:lnTo>
                  <a:lnTo>
                    <a:pt x="1554823" y="129590"/>
                  </a:lnTo>
                  <a:lnTo>
                    <a:pt x="1544973" y="80440"/>
                  </a:lnTo>
                  <a:lnTo>
                    <a:pt x="1516907" y="38290"/>
                  </a:lnTo>
                  <a:lnTo>
                    <a:pt x="1474752" y="10230"/>
                  </a:lnTo>
                  <a:lnTo>
                    <a:pt x="142524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48982" y="2608465"/>
            <a:ext cx="12630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Client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/</a:t>
            </a:r>
            <a:r>
              <a:rPr sz="1300" spc="3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Postman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382481" y="2314422"/>
            <a:ext cx="1818005" cy="857250"/>
            <a:chOff x="2382481" y="2314422"/>
            <a:chExt cx="1818005" cy="857250"/>
          </a:xfrm>
        </p:grpSpPr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82481" y="2314422"/>
              <a:ext cx="1817636" cy="857173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422436" y="2331364"/>
              <a:ext cx="1737995" cy="777875"/>
            </a:xfrm>
            <a:custGeom>
              <a:avLst/>
              <a:gdLst/>
              <a:ahLst/>
              <a:cxnLst/>
              <a:rect l="l" t="t" r="r" b="b"/>
              <a:pathLst>
                <a:path w="1737995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08124" y="777595"/>
                  </a:lnTo>
                  <a:lnTo>
                    <a:pt x="1657632" y="767721"/>
                  </a:lnTo>
                  <a:lnTo>
                    <a:pt x="1699787" y="739660"/>
                  </a:lnTo>
                  <a:lnTo>
                    <a:pt x="1727853" y="697510"/>
                  </a:lnTo>
                  <a:lnTo>
                    <a:pt x="1737728" y="647992"/>
                  </a:lnTo>
                  <a:lnTo>
                    <a:pt x="1737703" y="129590"/>
                  </a:lnTo>
                  <a:lnTo>
                    <a:pt x="1727853" y="80440"/>
                  </a:lnTo>
                  <a:lnTo>
                    <a:pt x="1699787" y="38290"/>
                  </a:lnTo>
                  <a:lnTo>
                    <a:pt x="1657632" y="10230"/>
                  </a:lnTo>
                  <a:lnTo>
                    <a:pt x="160812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697378" y="2509100"/>
            <a:ext cx="118935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4795" marR="5080" indent="-25273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Express</a:t>
            </a:r>
            <a:r>
              <a:rPr sz="1300" spc="12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Server Gateway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863041" y="2314422"/>
            <a:ext cx="1909445" cy="857250"/>
            <a:chOff x="6863041" y="2314422"/>
            <a:chExt cx="1909445" cy="857250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63041" y="2314422"/>
              <a:ext cx="1909076" cy="85717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902995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7398257" y="2509100"/>
            <a:ext cx="840740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Mongoose </a:t>
            </a: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1300" spc="-1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Layer</a:t>
            </a:r>
            <a:endParaRPr sz="1300">
              <a:latin typeface="Arial MT"/>
              <a:cs typeface="Arial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719819" y="2509100"/>
            <a:ext cx="47561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645" algn="l"/>
              </a:tabLst>
            </a:pPr>
            <a:r>
              <a:rPr sz="1300" b="1" u="heavy" dirty="0">
                <a:solidFill>
                  <a:srgbClr val="F7F9FB"/>
                </a:solidFill>
                <a:uFill>
                  <a:solidFill>
                    <a:srgbClr val="F7F9FB"/>
                  </a:solidFill>
                </a:uFill>
                <a:latin typeface="Times New Roman" panose="02020603050405020304"/>
                <a:cs typeface="Times New Roman" panose="02020603050405020304"/>
              </a:rPr>
              <a:t>	</a:t>
            </a:r>
            <a:endParaRPr sz="1300">
              <a:latin typeface="Times New Roman" panose="02020603050405020304"/>
              <a:cs typeface="Times New Roman" panose="02020603050405020304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9103321" y="2314422"/>
            <a:ext cx="1909445" cy="857250"/>
            <a:chOff x="9103321" y="2314422"/>
            <a:chExt cx="1909445" cy="857250"/>
          </a:xfrm>
        </p:grpSpPr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03321" y="2314422"/>
              <a:ext cx="1909076" cy="85717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9143276" y="2331364"/>
              <a:ext cx="1829435" cy="777875"/>
            </a:xfrm>
            <a:custGeom>
              <a:avLst/>
              <a:gdLst/>
              <a:ahLst/>
              <a:cxnLst/>
              <a:rect l="l" t="t" r="r" b="b"/>
              <a:pathLst>
                <a:path w="1829434" h="777875">
                  <a:moveTo>
                    <a:pt x="129959" y="0"/>
                  </a:moveTo>
                  <a:lnTo>
                    <a:pt x="80452" y="9869"/>
                  </a:lnTo>
                  <a:lnTo>
                    <a:pt x="38296" y="37928"/>
                  </a:lnTo>
                  <a:lnTo>
                    <a:pt x="10237" y="80084"/>
                  </a:lnTo>
                  <a:lnTo>
                    <a:pt x="368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84" y="712800"/>
                  </a:lnTo>
                  <a:lnTo>
                    <a:pt x="50649" y="750812"/>
                  </a:lnTo>
                  <a:lnTo>
                    <a:pt x="96124" y="773139"/>
                  </a:lnTo>
                  <a:lnTo>
                    <a:pt x="129603" y="777595"/>
                  </a:lnTo>
                  <a:lnTo>
                    <a:pt x="1699564" y="777595"/>
                  </a:lnTo>
                  <a:lnTo>
                    <a:pt x="1749072" y="767721"/>
                  </a:lnTo>
                  <a:lnTo>
                    <a:pt x="1791227" y="739660"/>
                  </a:lnTo>
                  <a:lnTo>
                    <a:pt x="1819293" y="697510"/>
                  </a:lnTo>
                  <a:lnTo>
                    <a:pt x="1829168" y="647992"/>
                  </a:lnTo>
                  <a:lnTo>
                    <a:pt x="1829143" y="129590"/>
                  </a:lnTo>
                  <a:lnTo>
                    <a:pt x="1819293" y="80440"/>
                  </a:lnTo>
                  <a:lnTo>
                    <a:pt x="1791227" y="38290"/>
                  </a:lnTo>
                  <a:lnTo>
                    <a:pt x="1749072" y="10230"/>
                  </a:lnTo>
                  <a:lnTo>
                    <a:pt x="1699564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9665537" y="2608465"/>
            <a:ext cx="78613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MongoDB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485957" y="3045942"/>
            <a:ext cx="1955164" cy="857250"/>
            <a:chOff x="4485957" y="3045942"/>
            <a:chExt cx="1955164" cy="857250"/>
          </a:xfrm>
        </p:grpSpPr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485957" y="3045942"/>
              <a:ext cx="1954796" cy="857173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525924" y="3062884"/>
              <a:ext cx="1875155" cy="777875"/>
            </a:xfrm>
            <a:custGeom>
              <a:avLst/>
              <a:gdLst/>
              <a:ahLst/>
              <a:cxnLst/>
              <a:rect l="l" t="t" r="r" b="b"/>
              <a:pathLst>
                <a:path w="1875154" h="777875">
                  <a:moveTo>
                    <a:pt x="129959" y="0"/>
                  </a:moveTo>
                  <a:lnTo>
                    <a:pt x="80440" y="9869"/>
                  </a:lnTo>
                  <a:lnTo>
                    <a:pt x="38290" y="37928"/>
                  </a:lnTo>
                  <a:lnTo>
                    <a:pt x="10230" y="80084"/>
                  </a:lnTo>
                  <a:lnTo>
                    <a:pt x="355" y="129590"/>
                  </a:lnTo>
                  <a:lnTo>
                    <a:pt x="0" y="647992"/>
                  </a:lnTo>
                  <a:lnTo>
                    <a:pt x="1130" y="664903"/>
                  </a:lnTo>
                  <a:lnTo>
                    <a:pt x="17272" y="712800"/>
                  </a:lnTo>
                  <a:lnTo>
                    <a:pt x="50636" y="750812"/>
                  </a:lnTo>
                  <a:lnTo>
                    <a:pt x="96116" y="773139"/>
                  </a:lnTo>
                  <a:lnTo>
                    <a:pt x="129590" y="777595"/>
                  </a:lnTo>
                  <a:lnTo>
                    <a:pt x="1745272" y="777595"/>
                  </a:lnTo>
                  <a:lnTo>
                    <a:pt x="1794790" y="767721"/>
                  </a:lnTo>
                  <a:lnTo>
                    <a:pt x="1836940" y="739660"/>
                  </a:lnTo>
                  <a:lnTo>
                    <a:pt x="1865001" y="697510"/>
                  </a:lnTo>
                  <a:lnTo>
                    <a:pt x="1874875" y="647992"/>
                  </a:lnTo>
                  <a:lnTo>
                    <a:pt x="1874850" y="129590"/>
                  </a:lnTo>
                  <a:lnTo>
                    <a:pt x="1865001" y="80440"/>
                  </a:lnTo>
                  <a:lnTo>
                    <a:pt x="1836940" y="38290"/>
                  </a:lnTo>
                  <a:lnTo>
                    <a:pt x="1794790" y="10230"/>
                  </a:lnTo>
                  <a:lnTo>
                    <a:pt x="1745272" y="355"/>
                  </a:lnTo>
                  <a:lnTo>
                    <a:pt x="12995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987340" y="3240620"/>
            <a:ext cx="95313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5415" marR="5080" indent="-13335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F7F9FB"/>
                </a:solidFill>
                <a:latin typeface="Arial MT"/>
                <a:cs typeface="Arial MT"/>
              </a:rPr>
              <a:t>Controllers</a:t>
            </a:r>
            <a:r>
              <a:rPr sz="1300" spc="22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300" spc="-50" dirty="0">
                <a:solidFill>
                  <a:srgbClr val="F7F9FB"/>
                </a:solidFill>
                <a:latin typeface="Arial MT"/>
                <a:cs typeface="Arial MT"/>
              </a:rPr>
              <a:t>/ </a:t>
            </a:r>
            <a:r>
              <a:rPr sz="1300" spc="-10" dirty="0">
                <a:solidFill>
                  <a:srgbClr val="F7F9FB"/>
                </a:solidFill>
                <a:latin typeface="Arial MT"/>
                <a:cs typeface="Arial MT"/>
              </a:rPr>
              <a:t>Services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2004834" y="1960905"/>
            <a:ext cx="9008110" cy="2902585"/>
            <a:chOff x="2004834" y="1960905"/>
            <a:chExt cx="9008110" cy="2902585"/>
          </a:xfrm>
        </p:grpSpPr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04834" y="2692425"/>
              <a:ext cx="471246" cy="10513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2057399" y="2724835"/>
              <a:ext cx="365760" cy="0"/>
            </a:xfrm>
            <a:custGeom>
              <a:avLst/>
              <a:gdLst/>
              <a:ahLst/>
              <a:cxnLst/>
              <a:rect l="l" t="t" r="r" b="b"/>
              <a:pathLst>
                <a:path w="365760">
                  <a:moveTo>
                    <a:pt x="0" y="0"/>
                  </a:moveTo>
                  <a:lnTo>
                    <a:pt x="36576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07954" y="1960905"/>
              <a:ext cx="471246" cy="836650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4160519" y="199331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19">
                  <a:moveTo>
                    <a:pt x="0" y="731519"/>
                  </a:moveTo>
                  <a:lnTo>
                    <a:pt x="365759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107954" y="2692425"/>
              <a:ext cx="471246" cy="836650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160519" y="2724835"/>
              <a:ext cx="365760" cy="731520"/>
            </a:xfrm>
            <a:custGeom>
              <a:avLst/>
              <a:gdLst/>
              <a:ahLst/>
              <a:cxnLst/>
              <a:rect l="l" t="t" r="r" b="b"/>
              <a:pathLst>
                <a:path w="365760" h="731520">
                  <a:moveTo>
                    <a:pt x="0" y="0"/>
                  </a:moveTo>
                  <a:lnTo>
                    <a:pt x="365759" y="73152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48234" y="2692425"/>
              <a:ext cx="608406" cy="83665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400800" y="2724835"/>
              <a:ext cx="502920" cy="731520"/>
            </a:xfrm>
            <a:custGeom>
              <a:avLst/>
              <a:gdLst/>
              <a:ahLst/>
              <a:cxnLst/>
              <a:rect l="l" t="t" r="r" b="b"/>
              <a:pathLst>
                <a:path w="502920" h="731520">
                  <a:moveTo>
                    <a:pt x="0" y="731520"/>
                  </a:moveTo>
                  <a:lnTo>
                    <a:pt x="502920" y="0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679954" y="2692425"/>
              <a:ext cx="516966" cy="1051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63765" y="3960355"/>
              <a:ext cx="4149001" cy="90252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903720" y="3977284"/>
              <a:ext cx="4069079" cy="822960"/>
            </a:xfrm>
            <a:custGeom>
              <a:avLst/>
              <a:gdLst/>
              <a:ahLst/>
              <a:cxnLst/>
              <a:rect l="l" t="t" r="r" b="b"/>
              <a:pathLst>
                <a:path w="4069079" h="822960">
                  <a:moveTo>
                    <a:pt x="3931564" y="0"/>
                  </a:moveTo>
                  <a:lnTo>
                    <a:pt x="137159" y="0"/>
                  </a:lnTo>
                  <a:lnTo>
                    <a:pt x="119183" y="1197"/>
                  </a:lnTo>
                  <a:lnTo>
                    <a:pt x="68757" y="18351"/>
                  </a:lnTo>
                  <a:lnTo>
                    <a:pt x="28311" y="53589"/>
                  </a:lnTo>
                  <a:lnTo>
                    <a:pt x="4715" y="101606"/>
                  </a:lnTo>
                  <a:lnTo>
                    <a:pt x="0" y="137159"/>
                  </a:lnTo>
                  <a:lnTo>
                    <a:pt x="0" y="685799"/>
                  </a:lnTo>
                  <a:lnTo>
                    <a:pt x="1173" y="703418"/>
                  </a:lnTo>
                  <a:lnTo>
                    <a:pt x="1197" y="703776"/>
                  </a:lnTo>
                  <a:lnTo>
                    <a:pt x="4660" y="721029"/>
                  </a:lnTo>
                  <a:lnTo>
                    <a:pt x="4724" y="721347"/>
                  </a:lnTo>
                  <a:lnTo>
                    <a:pt x="10407" y="738031"/>
                  </a:lnTo>
                  <a:lnTo>
                    <a:pt x="40139" y="782774"/>
                  </a:lnTo>
                  <a:lnTo>
                    <a:pt x="84562" y="812474"/>
                  </a:lnTo>
                  <a:lnTo>
                    <a:pt x="137159" y="822959"/>
                  </a:lnTo>
                  <a:lnTo>
                    <a:pt x="3931920" y="822591"/>
                  </a:lnTo>
                  <a:lnTo>
                    <a:pt x="3984367" y="812117"/>
                  </a:lnTo>
                  <a:lnTo>
                    <a:pt x="4028895" y="782453"/>
                  </a:lnTo>
                  <a:lnTo>
                    <a:pt x="4058497" y="738242"/>
                  </a:lnTo>
                  <a:lnTo>
                    <a:pt x="4064248" y="721347"/>
                  </a:lnTo>
                  <a:lnTo>
                    <a:pt x="4064355" y="721029"/>
                  </a:lnTo>
                  <a:lnTo>
                    <a:pt x="4067810" y="703776"/>
                  </a:lnTo>
                  <a:lnTo>
                    <a:pt x="4067882" y="703418"/>
                  </a:lnTo>
                  <a:lnTo>
                    <a:pt x="4069055" y="685799"/>
                  </a:lnTo>
                  <a:lnTo>
                    <a:pt x="4068724" y="137159"/>
                  </a:lnTo>
                  <a:lnTo>
                    <a:pt x="4058239" y="84710"/>
                  </a:lnTo>
                  <a:lnTo>
                    <a:pt x="4028584" y="40182"/>
                  </a:lnTo>
                  <a:lnTo>
                    <a:pt x="3984162" y="10474"/>
                  </a:lnTo>
                  <a:lnTo>
                    <a:pt x="3949546" y="1197"/>
                  </a:lnTo>
                  <a:lnTo>
                    <a:pt x="3931564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6329883" y="3423945"/>
            <a:ext cx="627380" cy="1038225"/>
            <a:chOff x="6329883" y="3423945"/>
            <a:chExt cx="627380" cy="1038225"/>
          </a:xfrm>
        </p:grpSpPr>
        <p:pic>
          <p:nvPicPr>
            <p:cNvPr id="43" name="object 4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29883" y="3423945"/>
              <a:ext cx="626757" cy="1037894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6382435" y="3456355"/>
              <a:ext cx="521334" cy="932815"/>
            </a:xfrm>
            <a:custGeom>
              <a:avLst/>
              <a:gdLst/>
              <a:ahLst/>
              <a:cxnLst/>
              <a:rect l="l" t="t" r="r" b="b"/>
              <a:pathLst>
                <a:path w="521334" h="932814">
                  <a:moveTo>
                    <a:pt x="0" y="0"/>
                  </a:moveTo>
                  <a:lnTo>
                    <a:pt x="521284" y="932764"/>
                  </a:lnTo>
                </a:path>
              </a:pathLst>
            </a:custGeom>
            <a:ln w="25559">
              <a:solidFill>
                <a:srgbClr val="F7F9F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7389621" y="4269143"/>
            <a:ext cx="309181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AI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5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Flow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→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Generate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Blog</a:t>
            </a:r>
            <a:r>
              <a:rPr sz="1400" b="1" spc="-2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4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400" b="1" spc="-3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Summarize</a:t>
            </a:r>
            <a:endParaRPr sz="14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User</a:t>
            </a:r>
            <a:r>
              <a:rPr spc="60" dirty="0"/>
              <a:t> </a:t>
            </a:r>
            <a:r>
              <a:rPr spc="75" dirty="0"/>
              <a:t>&amp;</a:t>
            </a:r>
            <a:r>
              <a:rPr spc="60" dirty="0"/>
              <a:t> </a:t>
            </a:r>
            <a:r>
              <a:rPr dirty="0"/>
              <a:t>API</a:t>
            </a:r>
            <a:r>
              <a:rPr spc="60" dirty="0"/>
              <a:t> </a:t>
            </a:r>
            <a:r>
              <a:rPr spc="-20" dirty="0"/>
              <a:t>Flow</a:t>
            </a:r>
            <a:endParaRPr spc="-20" dirty="0"/>
          </a:p>
        </p:txBody>
      </p:sp>
      <p:sp>
        <p:nvSpPr>
          <p:cNvPr id="6" name="object 6"/>
          <p:cNvSpPr txBox="1"/>
          <p:nvPr/>
        </p:nvSpPr>
        <p:spPr>
          <a:xfrm>
            <a:off x="735736" y="1056500"/>
            <a:ext cx="27082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From</a:t>
            </a:r>
            <a:r>
              <a:rPr sz="1300" spc="4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request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to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database</a:t>
            </a:r>
            <a:r>
              <a:rPr sz="1300" spc="5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response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91475"/>
            <a:ext cx="1139825" cy="5366385"/>
            <a:chOff x="-2656" y="1491475"/>
            <a:chExt cx="1139825" cy="536638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1491475"/>
              <a:ext cx="537121" cy="53676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724" y="150840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13142" y="163285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1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57096" y="1522704"/>
            <a:ext cx="107188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User </a:t>
            </a:r>
            <a:r>
              <a:rPr sz="1500" b="1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/</a:t>
            </a:r>
            <a:r>
              <a:rPr sz="1500" b="1" spc="-3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Client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963136" y="1522704"/>
            <a:ext cx="143954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Sends</a:t>
            </a:r>
            <a:r>
              <a:rPr sz="1350" spc="-8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API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request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9757" y="1936788"/>
            <a:ext cx="537210" cy="749935"/>
            <a:chOff x="599757" y="1936788"/>
            <a:chExt cx="537210" cy="74993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1936788"/>
              <a:ext cx="98996" cy="29952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868679" y="196596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2149906"/>
              <a:ext cx="537121" cy="53677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9724" y="216683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813142" y="229129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2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57464" y="2181149"/>
            <a:ext cx="1231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Authentication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63136" y="2181136"/>
            <a:ext cx="17386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350" spc="-4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token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99757" y="2594876"/>
            <a:ext cx="537210" cy="750570"/>
            <a:chOff x="599757" y="2594876"/>
            <a:chExt cx="537210" cy="75057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2594876"/>
              <a:ext cx="98996" cy="299885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68679" y="262403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4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2808350"/>
              <a:ext cx="537121" cy="536765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39724" y="282528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813142" y="294974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3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57096" y="2839580"/>
            <a:ext cx="113665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Authorization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963136" y="2839580"/>
            <a:ext cx="231076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permissions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are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checked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9757" y="3253308"/>
            <a:ext cx="537210" cy="749935"/>
            <a:chOff x="599757" y="3253308"/>
            <a:chExt cx="537210" cy="749935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3253308"/>
              <a:ext cx="98996" cy="299897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868679" y="3282479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44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3466426"/>
              <a:ext cx="537121" cy="53677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639724" y="348335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7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600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600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813142" y="360781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4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357464" y="3498024"/>
            <a:ext cx="850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7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Controller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3136" y="3498024"/>
            <a:ext cx="202692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Business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logic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executed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99757" y="3911752"/>
            <a:ext cx="537210" cy="749935"/>
            <a:chOff x="599757" y="3911752"/>
            <a:chExt cx="537210" cy="74993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3911752"/>
              <a:ext cx="98996" cy="299885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868679" y="3940924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1231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4124871"/>
              <a:ext cx="537121" cy="536765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639724" y="4141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6"/>
                  </a:lnTo>
                  <a:lnTo>
                    <a:pt x="30594" y="114477"/>
                  </a:lnTo>
                  <a:lnTo>
                    <a:pt x="7739" y="169514"/>
                  </a:lnTo>
                  <a:lnTo>
                    <a:pt x="0" y="228600"/>
                  </a:lnTo>
                  <a:lnTo>
                    <a:pt x="1946" y="258433"/>
                  </a:lnTo>
                  <a:lnTo>
                    <a:pt x="17311" y="316080"/>
                  </a:lnTo>
                  <a:lnTo>
                    <a:pt x="47297" y="367871"/>
                  </a:lnTo>
                  <a:lnTo>
                    <a:pt x="89473" y="409905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5"/>
                  </a:lnTo>
                  <a:lnTo>
                    <a:pt x="409900" y="367871"/>
                  </a:lnTo>
                  <a:lnTo>
                    <a:pt x="439883" y="316080"/>
                  </a:lnTo>
                  <a:lnTo>
                    <a:pt x="455253" y="258433"/>
                  </a:lnTo>
                  <a:lnTo>
                    <a:pt x="457200" y="228600"/>
                  </a:lnTo>
                  <a:lnTo>
                    <a:pt x="455253" y="198772"/>
                  </a:lnTo>
                  <a:lnTo>
                    <a:pt x="439883" y="141269"/>
                  </a:lnTo>
                  <a:lnTo>
                    <a:pt x="409900" y="89478"/>
                  </a:lnTo>
                  <a:lnTo>
                    <a:pt x="367871" y="47299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9" name="object 39"/>
          <p:cNvSpPr txBox="1"/>
          <p:nvPr/>
        </p:nvSpPr>
        <p:spPr>
          <a:xfrm>
            <a:off x="813142" y="4266260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5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57096" y="4156100"/>
            <a:ext cx="91503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Mongoose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963504" y="4156100"/>
            <a:ext cx="247205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Schema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+</a:t>
            </a:r>
            <a:r>
              <a:rPr sz="1350" spc="-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DB 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query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99757" y="4570183"/>
            <a:ext cx="537210" cy="749935"/>
            <a:chOff x="599757" y="4570183"/>
            <a:chExt cx="537210" cy="749935"/>
          </a:xfrm>
        </p:grpSpPr>
        <p:pic>
          <p:nvPicPr>
            <p:cNvPr id="43" name="object 4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4570183"/>
              <a:ext cx="98996" cy="299542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868679" y="4599355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88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4783315"/>
              <a:ext cx="537121" cy="53676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639724" y="480024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39"/>
                  </a:lnTo>
                  <a:lnTo>
                    <a:pt x="114109" y="30594"/>
                  </a:lnTo>
                  <a:lnTo>
                    <a:pt x="66955" y="67002"/>
                  </a:lnTo>
                  <a:lnTo>
                    <a:pt x="30594" y="114477"/>
                  </a:lnTo>
                  <a:lnTo>
                    <a:pt x="7739" y="169510"/>
                  </a:lnTo>
                  <a:lnTo>
                    <a:pt x="0" y="228600"/>
                  </a:lnTo>
                  <a:lnTo>
                    <a:pt x="1946" y="258431"/>
                  </a:lnTo>
                  <a:lnTo>
                    <a:pt x="17311" y="316075"/>
                  </a:lnTo>
                  <a:lnTo>
                    <a:pt x="47297" y="367871"/>
                  </a:lnTo>
                  <a:lnTo>
                    <a:pt x="89473" y="409900"/>
                  </a:lnTo>
                  <a:lnTo>
                    <a:pt x="141267" y="439883"/>
                  </a:lnTo>
                  <a:lnTo>
                    <a:pt x="198766" y="455253"/>
                  </a:lnTo>
                  <a:lnTo>
                    <a:pt x="228600" y="457200"/>
                  </a:lnTo>
                  <a:lnTo>
                    <a:pt x="258431" y="455253"/>
                  </a:lnTo>
                  <a:lnTo>
                    <a:pt x="316075" y="439883"/>
                  </a:lnTo>
                  <a:lnTo>
                    <a:pt x="367871" y="409900"/>
                  </a:lnTo>
                  <a:lnTo>
                    <a:pt x="409900" y="367871"/>
                  </a:lnTo>
                  <a:lnTo>
                    <a:pt x="439883" y="316075"/>
                  </a:lnTo>
                  <a:lnTo>
                    <a:pt x="455253" y="258431"/>
                  </a:lnTo>
                  <a:lnTo>
                    <a:pt x="457200" y="228600"/>
                  </a:lnTo>
                  <a:lnTo>
                    <a:pt x="455253" y="198766"/>
                  </a:lnTo>
                  <a:lnTo>
                    <a:pt x="439883" y="141267"/>
                  </a:lnTo>
                  <a:lnTo>
                    <a:pt x="409900" y="89473"/>
                  </a:lnTo>
                  <a:lnTo>
                    <a:pt x="367871" y="47297"/>
                  </a:lnTo>
                  <a:lnTo>
                    <a:pt x="316075" y="17311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7" name="object 47"/>
          <p:cNvSpPr txBox="1"/>
          <p:nvPr/>
        </p:nvSpPr>
        <p:spPr>
          <a:xfrm>
            <a:off x="813142" y="4924691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6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57096" y="4814544"/>
            <a:ext cx="87121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6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MongoDB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963136" y="4814544"/>
            <a:ext cx="188468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Data</a:t>
            </a:r>
            <a:r>
              <a:rPr sz="1350" spc="-2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is</a:t>
            </a:r>
            <a:r>
              <a:rPr sz="1350" spc="-1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stored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/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retrieved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599757" y="5228628"/>
            <a:ext cx="537210" cy="749935"/>
            <a:chOff x="599757" y="5228628"/>
            <a:chExt cx="537210" cy="749935"/>
          </a:xfrm>
        </p:grpSpPr>
        <p:pic>
          <p:nvPicPr>
            <p:cNvPr id="51" name="object 5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9365" y="5228628"/>
              <a:ext cx="98996" cy="299529"/>
            </a:xfrm>
            <a:prstGeom prst="rect">
              <a:avLst/>
            </a:prstGeom>
          </p:spPr>
        </p:pic>
        <p:sp>
          <p:nvSpPr>
            <p:cNvPr id="52" name="object 52"/>
            <p:cNvSpPr/>
            <p:nvPr/>
          </p:nvSpPr>
          <p:spPr>
            <a:xfrm>
              <a:off x="868679" y="5257800"/>
              <a:ext cx="0" cy="201295"/>
            </a:xfrm>
            <a:custGeom>
              <a:avLst/>
              <a:gdLst/>
              <a:ahLst/>
              <a:cxnLst/>
              <a:rect l="l" t="t" r="r" b="b"/>
              <a:pathLst>
                <a:path h="201295">
                  <a:moveTo>
                    <a:pt x="0" y="0"/>
                  </a:moveTo>
                  <a:lnTo>
                    <a:pt x="0" y="200875"/>
                  </a:lnTo>
                </a:path>
              </a:pathLst>
            </a:custGeom>
            <a:ln w="19079">
              <a:solidFill>
                <a:srgbClr val="30C3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3" name="object 5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5441746"/>
              <a:ext cx="537121" cy="536778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639724" y="54586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69464" y="7740"/>
                  </a:lnTo>
                  <a:lnTo>
                    <a:pt x="114109" y="30606"/>
                  </a:lnTo>
                  <a:lnTo>
                    <a:pt x="66955" y="67008"/>
                  </a:lnTo>
                  <a:lnTo>
                    <a:pt x="30594" y="114477"/>
                  </a:lnTo>
                  <a:lnTo>
                    <a:pt x="7739" y="169519"/>
                  </a:lnTo>
                  <a:lnTo>
                    <a:pt x="0" y="228599"/>
                  </a:lnTo>
                  <a:lnTo>
                    <a:pt x="1946" y="258438"/>
                  </a:lnTo>
                  <a:lnTo>
                    <a:pt x="17311" y="316082"/>
                  </a:lnTo>
                  <a:lnTo>
                    <a:pt x="47297" y="367876"/>
                  </a:lnTo>
                  <a:lnTo>
                    <a:pt x="89473" y="409907"/>
                  </a:lnTo>
                  <a:lnTo>
                    <a:pt x="141267" y="439888"/>
                  </a:lnTo>
                  <a:lnTo>
                    <a:pt x="198766" y="455253"/>
                  </a:lnTo>
                  <a:lnTo>
                    <a:pt x="228600" y="457199"/>
                  </a:lnTo>
                  <a:lnTo>
                    <a:pt x="258431" y="455253"/>
                  </a:lnTo>
                  <a:lnTo>
                    <a:pt x="316075" y="439888"/>
                  </a:lnTo>
                  <a:lnTo>
                    <a:pt x="367871" y="409907"/>
                  </a:lnTo>
                  <a:lnTo>
                    <a:pt x="409900" y="367876"/>
                  </a:lnTo>
                  <a:lnTo>
                    <a:pt x="439883" y="316082"/>
                  </a:lnTo>
                  <a:lnTo>
                    <a:pt x="455253" y="258438"/>
                  </a:lnTo>
                  <a:lnTo>
                    <a:pt x="457200" y="228599"/>
                  </a:lnTo>
                  <a:lnTo>
                    <a:pt x="455253" y="198774"/>
                  </a:lnTo>
                  <a:lnTo>
                    <a:pt x="439883" y="141274"/>
                  </a:lnTo>
                  <a:lnTo>
                    <a:pt x="409900" y="89478"/>
                  </a:lnTo>
                  <a:lnTo>
                    <a:pt x="367871" y="47305"/>
                  </a:lnTo>
                  <a:lnTo>
                    <a:pt x="316075" y="17316"/>
                  </a:lnTo>
                  <a:lnTo>
                    <a:pt x="258431" y="1946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/>
          <p:cNvSpPr txBox="1"/>
          <p:nvPr/>
        </p:nvSpPr>
        <p:spPr>
          <a:xfrm>
            <a:off x="813142" y="5583135"/>
            <a:ext cx="1104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7</a:t>
            </a:r>
            <a:endParaRPr sz="12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357096" y="5472988"/>
            <a:ext cx="14433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20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JSON</a:t>
            </a:r>
            <a:r>
              <a:rPr sz="1500" b="1" spc="-6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 </a:t>
            </a:r>
            <a:r>
              <a:rPr sz="1500" b="1" spc="-45" dirty="0">
                <a:solidFill>
                  <a:srgbClr val="F7F9FB"/>
                </a:solidFill>
                <a:latin typeface="Arial" panose="020B0604020202020204"/>
                <a:cs typeface="Arial" panose="020B0604020202020204"/>
              </a:rPr>
              <a:t>Response</a:t>
            </a:r>
            <a:endParaRPr sz="1500">
              <a:latin typeface="Arial" panose="020B0604020202020204"/>
              <a:cs typeface="Arial" panose="020B0604020202020204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3963136" y="5472976"/>
            <a:ext cx="182753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Result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returned</a:t>
            </a:r>
            <a:r>
              <a:rPr sz="1350" spc="-35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to</a:t>
            </a:r>
            <a:r>
              <a:rPr sz="1350" spc="-3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350" spc="-10" dirty="0">
                <a:solidFill>
                  <a:srgbClr val="E7EEF7"/>
                </a:solidFill>
                <a:latin typeface="Microsoft Sans Serif" panose="020B0604020202020204"/>
                <a:cs typeface="Microsoft Sans Serif" panose="020B0604020202020204"/>
              </a:rPr>
              <a:t>client</a:t>
            </a:r>
            <a:endParaRPr sz="13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59" name="object 5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MVC</a:t>
            </a:r>
            <a:r>
              <a:rPr spc="35" dirty="0"/>
              <a:t> </a:t>
            </a:r>
            <a:r>
              <a:rPr dirty="0"/>
              <a:t>+</a:t>
            </a:r>
            <a:r>
              <a:rPr spc="50" dirty="0"/>
              <a:t> </a:t>
            </a:r>
            <a:r>
              <a:rPr dirty="0"/>
              <a:t>Database</a:t>
            </a:r>
            <a:r>
              <a:rPr spc="40" dirty="0"/>
              <a:t> </a:t>
            </a:r>
            <a:r>
              <a:rPr spc="-10" dirty="0"/>
              <a:t>Design</a:t>
            </a:r>
            <a:endParaRPr spc="-10" dirty="0"/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30962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How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backend</a:t>
            </a:r>
            <a:r>
              <a:rPr sz="1300" spc="6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separates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responsibilities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420"/>
            <a:ext cx="4161790" cy="5371465"/>
            <a:chOff x="-2656" y="1486420"/>
            <a:chExt cx="4161790" cy="53714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715" y="1486420"/>
              <a:ext cx="3564356" cy="4569853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66249" y="4002494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935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997826" y="2914459"/>
            <a:ext cx="267970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584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MODEL</a:t>
            </a:r>
            <a:endParaRPr sz="1700">
              <a:latin typeface="Arial MT"/>
              <a:cs typeface="Arial MT"/>
            </a:endParaRPr>
          </a:p>
          <a:p>
            <a:pPr marL="12700" marR="147955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Mongoose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schemas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define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the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data</a:t>
            </a:r>
            <a:r>
              <a:rPr sz="1350" spc="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blueprint.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Validation,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defaults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indexing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applied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before</a:t>
            </a:r>
            <a:r>
              <a:rPr sz="1350" spc="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persistence.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Collections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include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users,</a:t>
            </a:r>
            <a:r>
              <a:rPr sz="1350" spc="16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posts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comments.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298035" y="1486420"/>
            <a:ext cx="3564890" cy="4570095"/>
            <a:chOff x="4298035" y="1486420"/>
            <a:chExt cx="3564890" cy="4570095"/>
          </a:xfrm>
        </p:grpSpPr>
        <p:pic>
          <p:nvPicPr>
            <p:cNvPr id="10" name="object 10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4298035" y="1486420"/>
              <a:ext cx="3564356" cy="4569853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7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434267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7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4701146" y="3017062"/>
            <a:ext cx="2784475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5320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CONTROLLER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Receives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from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routes.</a:t>
            </a:r>
            <a:endParaRPr sz="135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Checks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constraints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3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delegates workflows.</a:t>
            </a:r>
            <a:endParaRPr sz="1350">
              <a:latin typeface="Arial MT"/>
              <a:cs typeface="Arial MT"/>
            </a:endParaRPr>
          </a:p>
          <a:p>
            <a:pPr marL="12700" marR="47180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Returns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standardized</a:t>
            </a:r>
            <a:r>
              <a:rPr sz="1350" spc="13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JSON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responses.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8001355" y="1486420"/>
            <a:ext cx="3564890" cy="4570095"/>
            <a:chOff x="8001355" y="1486420"/>
            <a:chExt cx="3564890" cy="4570095"/>
          </a:xfrm>
        </p:grpSpPr>
        <p:pic>
          <p:nvPicPr>
            <p:cNvPr id="15" name="object 1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8001355" y="1486420"/>
              <a:ext cx="3564356" cy="4569853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579602" y="0"/>
                  </a:moveTo>
                  <a:lnTo>
                    <a:pt x="528886" y="2235"/>
                  </a:lnTo>
                  <a:lnTo>
                    <a:pt x="478789" y="8880"/>
                  </a:lnTo>
                  <a:lnTo>
                    <a:pt x="429572" y="19845"/>
                  </a:lnTo>
                  <a:lnTo>
                    <a:pt x="381495" y="35040"/>
                  </a:lnTo>
                  <a:lnTo>
                    <a:pt x="334818" y="54376"/>
                  </a:lnTo>
                  <a:lnTo>
                    <a:pt x="289801" y="77762"/>
                  </a:lnTo>
                  <a:lnTo>
                    <a:pt x="247148" y="104969"/>
                  </a:lnTo>
                  <a:lnTo>
                    <a:pt x="207163" y="135695"/>
                  </a:lnTo>
                  <a:lnTo>
                    <a:pt x="170057" y="169741"/>
                  </a:lnTo>
                  <a:lnTo>
                    <a:pt x="136040" y="206907"/>
                  </a:lnTo>
                  <a:lnTo>
                    <a:pt x="105324" y="246994"/>
                  </a:lnTo>
                  <a:lnTo>
                    <a:pt x="78117" y="289801"/>
                  </a:lnTo>
                  <a:lnTo>
                    <a:pt x="54557" y="334818"/>
                  </a:lnTo>
                  <a:lnTo>
                    <a:pt x="35241" y="381324"/>
                  </a:lnTo>
                  <a:lnTo>
                    <a:pt x="20073" y="429394"/>
                  </a:lnTo>
                  <a:lnTo>
                    <a:pt x="9166" y="478605"/>
                  </a:lnTo>
                  <a:lnTo>
                    <a:pt x="2577" y="528655"/>
                  </a:lnTo>
                  <a:lnTo>
                    <a:pt x="368" y="579247"/>
                  </a:lnTo>
                  <a:lnTo>
                    <a:pt x="0" y="3901681"/>
                  </a:lnTo>
                  <a:lnTo>
                    <a:pt x="2235" y="3952397"/>
                  </a:lnTo>
                  <a:lnTo>
                    <a:pt x="8857" y="4002323"/>
                  </a:lnTo>
                  <a:lnTo>
                    <a:pt x="8880" y="4002494"/>
                  </a:lnTo>
                  <a:lnTo>
                    <a:pt x="19805" y="4051533"/>
                  </a:lnTo>
                  <a:lnTo>
                    <a:pt x="19845" y="4051711"/>
                  </a:lnTo>
                  <a:lnTo>
                    <a:pt x="34982" y="4099603"/>
                  </a:lnTo>
                  <a:lnTo>
                    <a:pt x="35040" y="4099788"/>
                  </a:lnTo>
                  <a:lnTo>
                    <a:pt x="54280" y="4146234"/>
                  </a:lnTo>
                  <a:lnTo>
                    <a:pt x="54376" y="4146465"/>
                  </a:lnTo>
                  <a:lnTo>
                    <a:pt x="77762" y="4191482"/>
                  </a:lnTo>
                  <a:lnTo>
                    <a:pt x="104969" y="4234139"/>
                  </a:lnTo>
                  <a:lnTo>
                    <a:pt x="135695" y="4274125"/>
                  </a:lnTo>
                  <a:lnTo>
                    <a:pt x="169741" y="4311230"/>
                  </a:lnTo>
                  <a:lnTo>
                    <a:pt x="206907" y="4345245"/>
                  </a:lnTo>
                  <a:lnTo>
                    <a:pt x="246994" y="4375960"/>
                  </a:lnTo>
                  <a:lnTo>
                    <a:pt x="289801" y="4403166"/>
                  </a:lnTo>
                  <a:lnTo>
                    <a:pt x="334693" y="4426675"/>
                  </a:lnTo>
                  <a:lnTo>
                    <a:pt x="381324" y="4446045"/>
                  </a:lnTo>
                  <a:lnTo>
                    <a:pt x="429394" y="4461216"/>
                  </a:lnTo>
                  <a:lnTo>
                    <a:pt x="478605" y="4472127"/>
                  </a:lnTo>
                  <a:lnTo>
                    <a:pt x="528655" y="4478717"/>
                  </a:lnTo>
                  <a:lnTo>
                    <a:pt x="579247" y="4480928"/>
                  </a:lnTo>
                  <a:lnTo>
                    <a:pt x="2895841" y="4480928"/>
                  </a:lnTo>
                  <a:lnTo>
                    <a:pt x="2945997" y="4478717"/>
                  </a:lnTo>
                  <a:lnTo>
                    <a:pt x="2946371" y="4478717"/>
                  </a:lnTo>
                  <a:lnTo>
                    <a:pt x="2996058" y="4472127"/>
                  </a:lnTo>
                  <a:lnTo>
                    <a:pt x="2996299" y="4472127"/>
                  </a:lnTo>
                  <a:lnTo>
                    <a:pt x="3045871" y="4461082"/>
                  </a:lnTo>
                  <a:lnTo>
                    <a:pt x="3093948" y="4445887"/>
                  </a:lnTo>
                  <a:lnTo>
                    <a:pt x="3140327" y="4426675"/>
                  </a:lnTo>
                  <a:lnTo>
                    <a:pt x="3185642" y="4403166"/>
                  </a:lnTo>
                  <a:lnTo>
                    <a:pt x="3228297" y="4375960"/>
                  </a:lnTo>
                  <a:lnTo>
                    <a:pt x="3268268" y="4345245"/>
                  </a:lnTo>
                  <a:lnTo>
                    <a:pt x="3305342" y="4311230"/>
                  </a:lnTo>
                  <a:lnTo>
                    <a:pt x="3339309" y="4274125"/>
                  </a:lnTo>
                  <a:lnTo>
                    <a:pt x="3370120" y="4233933"/>
                  </a:lnTo>
                  <a:lnTo>
                    <a:pt x="3397326" y="4191127"/>
                  </a:lnTo>
                  <a:lnTo>
                    <a:pt x="3420714" y="4146465"/>
                  </a:lnTo>
                  <a:lnTo>
                    <a:pt x="3420835" y="4146234"/>
                  </a:lnTo>
                  <a:lnTo>
                    <a:pt x="3440129" y="4099788"/>
                  </a:lnTo>
                  <a:lnTo>
                    <a:pt x="3440205" y="4099603"/>
                  </a:lnTo>
                  <a:lnTo>
                    <a:pt x="3455320" y="4051711"/>
                  </a:lnTo>
                  <a:lnTo>
                    <a:pt x="3455376" y="4051533"/>
                  </a:lnTo>
                  <a:lnTo>
                    <a:pt x="3466249" y="4002494"/>
                  </a:lnTo>
                  <a:lnTo>
                    <a:pt x="3466287" y="4002323"/>
                  </a:lnTo>
                  <a:lnTo>
                    <a:pt x="3472861" y="3952397"/>
                  </a:lnTo>
                  <a:lnTo>
                    <a:pt x="3475088" y="3901681"/>
                  </a:lnTo>
                  <a:lnTo>
                    <a:pt x="3475072" y="579247"/>
                  </a:lnTo>
                  <a:lnTo>
                    <a:pt x="3472853" y="528886"/>
                  </a:lnTo>
                  <a:lnTo>
                    <a:pt x="3466208" y="478789"/>
                  </a:lnTo>
                  <a:lnTo>
                    <a:pt x="3455242" y="429572"/>
                  </a:lnTo>
                  <a:lnTo>
                    <a:pt x="3440047" y="381495"/>
                  </a:lnTo>
                  <a:lnTo>
                    <a:pt x="3420712" y="334818"/>
                  </a:lnTo>
                  <a:lnTo>
                    <a:pt x="3397326" y="289801"/>
                  </a:lnTo>
                  <a:lnTo>
                    <a:pt x="3370119" y="247148"/>
                  </a:lnTo>
                  <a:lnTo>
                    <a:pt x="3339392" y="207163"/>
                  </a:lnTo>
                  <a:lnTo>
                    <a:pt x="3305346" y="170057"/>
                  </a:lnTo>
                  <a:lnTo>
                    <a:pt x="3268180" y="136040"/>
                  </a:lnTo>
                  <a:lnTo>
                    <a:pt x="3228093" y="105324"/>
                  </a:lnTo>
                  <a:lnTo>
                    <a:pt x="3185286" y="78117"/>
                  </a:lnTo>
                  <a:lnTo>
                    <a:pt x="3140394" y="54609"/>
                  </a:lnTo>
                  <a:lnTo>
                    <a:pt x="3093763" y="35241"/>
                  </a:lnTo>
                  <a:lnTo>
                    <a:pt x="3045693" y="20073"/>
                  </a:lnTo>
                  <a:lnTo>
                    <a:pt x="2996483" y="9166"/>
                  </a:lnTo>
                  <a:lnTo>
                    <a:pt x="2946432" y="2577"/>
                  </a:lnTo>
                  <a:lnTo>
                    <a:pt x="2895841" y="368"/>
                  </a:lnTo>
                  <a:lnTo>
                    <a:pt x="579602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045996" y="1508036"/>
              <a:ext cx="3475354" cy="4481195"/>
            </a:xfrm>
            <a:custGeom>
              <a:avLst/>
              <a:gdLst/>
              <a:ahLst/>
              <a:cxnLst/>
              <a:rect l="l" t="t" r="r" b="b"/>
              <a:pathLst>
                <a:path w="3475354" h="4481195">
                  <a:moveTo>
                    <a:pt x="368" y="579247"/>
                  </a:moveTo>
                  <a:lnTo>
                    <a:pt x="2577" y="528655"/>
                  </a:lnTo>
                  <a:lnTo>
                    <a:pt x="9166" y="478605"/>
                  </a:lnTo>
                  <a:lnTo>
                    <a:pt x="20073" y="429394"/>
                  </a:lnTo>
                  <a:lnTo>
                    <a:pt x="35241" y="381324"/>
                  </a:lnTo>
                  <a:lnTo>
                    <a:pt x="54609" y="334693"/>
                  </a:lnTo>
                  <a:lnTo>
                    <a:pt x="78117" y="289801"/>
                  </a:lnTo>
                  <a:lnTo>
                    <a:pt x="105324" y="246994"/>
                  </a:lnTo>
                  <a:lnTo>
                    <a:pt x="136040" y="206907"/>
                  </a:lnTo>
                  <a:lnTo>
                    <a:pt x="170057" y="169741"/>
                  </a:lnTo>
                  <a:lnTo>
                    <a:pt x="207163" y="135695"/>
                  </a:lnTo>
                  <a:lnTo>
                    <a:pt x="247148" y="104969"/>
                  </a:lnTo>
                  <a:lnTo>
                    <a:pt x="289801" y="77762"/>
                  </a:lnTo>
                  <a:lnTo>
                    <a:pt x="334818" y="54376"/>
                  </a:lnTo>
                  <a:lnTo>
                    <a:pt x="381495" y="35040"/>
                  </a:lnTo>
                  <a:lnTo>
                    <a:pt x="429572" y="19845"/>
                  </a:lnTo>
                  <a:lnTo>
                    <a:pt x="478789" y="8880"/>
                  </a:lnTo>
                  <a:lnTo>
                    <a:pt x="528886" y="2235"/>
                  </a:lnTo>
                  <a:lnTo>
                    <a:pt x="579602" y="0"/>
                  </a:lnTo>
                  <a:lnTo>
                    <a:pt x="2895841" y="368"/>
                  </a:lnTo>
                  <a:lnTo>
                    <a:pt x="2946432" y="2577"/>
                  </a:lnTo>
                  <a:lnTo>
                    <a:pt x="2996483" y="9166"/>
                  </a:lnTo>
                  <a:lnTo>
                    <a:pt x="3045693" y="20073"/>
                  </a:lnTo>
                  <a:lnTo>
                    <a:pt x="3093763" y="35241"/>
                  </a:lnTo>
                  <a:lnTo>
                    <a:pt x="3140394" y="54609"/>
                  </a:lnTo>
                  <a:lnTo>
                    <a:pt x="3185286" y="78117"/>
                  </a:lnTo>
                  <a:lnTo>
                    <a:pt x="3228093" y="105324"/>
                  </a:lnTo>
                  <a:lnTo>
                    <a:pt x="3268180" y="136040"/>
                  </a:lnTo>
                  <a:lnTo>
                    <a:pt x="3305346" y="170057"/>
                  </a:lnTo>
                  <a:lnTo>
                    <a:pt x="3339392" y="207163"/>
                  </a:lnTo>
                  <a:lnTo>
                    <a:pt x="3370119" y="247148"/>
                  </a:lnTo>
                  <a:lnTo>
                    <a:pt x="3397326" y="289801"/>
                  </a:lnTo>
                  <a:lnTo>
                    <a:pt x="3420712" y="334818"/>
                  </a:lnTo>
                  <a:lnTo>
                    <a:pt x="3440047" y="381495"/>
                  </a:lnTo>
                  <a:lnTo>
                    <a:pt x="3455242" y="429572"/>
                  </a:lnTo>
                  <a:lnTo>
                    <a:pt x="3466208" y="478789"/>
                  </a:lnTo>
                  <a:lnTo>
                    <a:pt x="3472853" y="528886"/>
                  </a:lnTo>
                  <a:lnTo>
                    <a:pt x="3475088" y="579602"/>
                  </a:lnTo>
                  <a:lnTo>
                    <a:pt x="3475088" y="3901681"/>
                  </a:lnTo>
                  <a:lnTo>
                    <a:pt x="3472877" y="3952272"/>
                  </a:lnTo>
                  <a:lnTo>
                    <a:pt x="3466287" y="4002323"/>
                  </a:lnTo>
                  <a:lnTo>
                    <a:pt x="3455376" y="4051533"/>
                  </a:lnTo>
                  <a:lnTo>
                    <a:pt x="3440205" y="4099603"/>
                  </a:lnTo>
                  <a:lnTo>
                    <a:pt x="3420835" y="4146234"/>
                  </a:lnTo>
                  <a:lnTo>
                    <a:pt x="3397326" y="4191127"/>
                  </a:lnTo>
                  <a:lnTo>
                    <a:pt x="3370120" y="4233933"/>
                  </a:lnTo>
                  <a:lnTo>
                    <a:pt x="3339405" y="4274020"/>
                  </a:lnTo>
                  <a:lnTo>
                    <a:pt x="3305390" y="4311186"/>
                  </a:lnTo>
                  <a:lnTo>
                    <a:pt x="3268285" y="4345232"/>
                  </a:lnTo>
                  <a:lnTo>
                    <a:pt x="3228299" y="4375959"/>
                  </a:lnTo>
                  <a:lnTo>
                    <a:pt x="3185642" y="4403166"/>
                  </a:lnTo>
                  <a:lnTo>
                    <a:pt x="3140625" y="4426552"/>
                  </a:lnTo>
                  <a:lnTo>
                    <a:pt x="3093948" y="4445887"/>
                  </a:lnTo>
                  <a:lnTo>
                    <a:pt x="3045871" y="4461082"/>
                  </a:lnTo>
                  <a:lnTo>
                    <a:pt x="2996654" y="4472048"/>
                  </a:lnTo>
                  <a:lnTo>
                    <a:pt x="2946557" y="4478693"/>
                  </a:lnTo>
                  <a:lnTo>
                    <a:pt x="2895841" y="4480928"/>
                  </a:lnTo>
                  <a:lnTo>
                    <a:pt x="579247" y="4480928"/>
                  </a:lnTo>
                  <a:lnTo>
                    <a:pt x="528655" y="4478717"/>
                  </a:lnTo>
                  <a:lnTo>
                    <a:pt x="478605" y="4472127"/>
                  </a:lnTo>
                  <a:lnTo>
                    <a:pt x="429394" y="4461216"/>
                  </a:lnTo>
                  <a:lnTo>
                    <a:pt x="381324" y="4446045"/>
                  </a:lnTo>
                  <a:lnTo>
                    <a:pt x="334693" y="4426675"/>
                  </a:lnTo>
                  <a:lnTo>
                    <a:pt x="289801" y="4403166"/>
                  </a:lnTo>
                  <a:lnTo>
                    <a:pt x="246994" y="4375960"/>
                  </a:lnTo>
                  <a:lnTo>
                    <a:pt x="206907" y="4345245"/>
                  </a:lnTo>
                  <a:lnTo>
                    <a:pt x="169741" y="4311230"/>
                  </a:lnTo>
                  <a:lnTo>
                    <a:pt x="135695" y="4274125"/>
                  </a:lnTo>
                  <a:lnTo>
                    <a:pt x="104969" y="4234139"/>
                  </a:lnTo>
                  <a:lnTo>
                    <a:pt x="77762" y="4191482"/>
                  </a:lnTo>
                  <a:lnTo>
                    <a:pt x="54376" y="4146465"/>
                  </a:lnTo>
                  <a:lnTo>
                    <a:pt x="35040" y="4099788"/>
                  </a:lnTo>
                  <a:lnTo>
                    <a:pt x="19845" y="4051711"/>
                  </a:lnTo>
                  <a:lnTo>
                    <a:pt x="8880" y="4002494"/>
                  </a:lnTo>
                  <a:lnTo>
                    <a:pt x="2235" y="3952397"/>
                  </a:lnTo>
                  <a:lnTo>
                    <a:pt x="0" y="3901681"/>
                  </a:lnTo>
                  <a:lnTo>
                    <a:pt x="368" y="57924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404466" y="2914459"/>
            <a:ext cx="2700020" cy="1696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334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VIEW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/</a:t>
            </a:r>
            <a:r>
              <a:rPr sz="1700" spc="-2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ROUTING</a:t>
            </a:r>
            <a:endParaRPr sz="1700">
              <a:latin typeface="Arial MT"/>
              <a:cs typeface="Arial MT"/>
            </a:endParaRPr>
          </a:p>
          <a:p>
            <a:pPr marL="12700" marR="5080" indent="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Headless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backend:</a:t>
            </a:r>
            <a:r>
              <a:rPr sz="1350" spc="8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no</a:t>
            </a:r>
            <a:r>
              <a:rPr sz="1350" spc="8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traditional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UI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templates.</a:t>
            </a:r>
            <a:endParaRPr sz="1350">
              <a:latin typeface="Arial MT"/>
              <a:cs typeface="Arial MT"/>
            </a:endParaRPr>
          </a:p>
          <a:p>
            <a:pPr marL="12700" marR="209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API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routing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layer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paths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to</a:t>
            </a:r>
            <a:r>
              <a:rPr sz="1350" spc="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controllers.</a:t>
            </a:r>
            <a:endParaRPr sz="1350">
              <a:latin typeface="Arial MT"/>
              <a:cs typeface="Arial MT"/>
            </a:endParaRPr>
          </a:p>
          <a:p>
            <a:pPr marL="12700" marR="53340" indent="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Examples: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40" dirty="0">
                <a:solidFill>
                  <a:srgbClr val="222C40"/>
                </a:solidFill>
                <a:latin typeface="Arial MT"/>
                <a:cs typeface="Arial MT"/>
              </a:rPr>
              <a:t>GET,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30" dirty="0">
                <a:solidFill>
                  <a:srgbClr val="222C40"/>
                </a:solidFill>
                <a:latin typeface="Arial MT"/>
                <a:cs typeface="Arial MT"/>
              </a:rPr>
              <a:t>POST,</a:t>
            </a:r>
            <a:r>
              <a:rPr sz="1350" spc="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PUT</a:t>
            </a:r>
            <a:r>
              <a:rPr sz="1350" spc="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and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DELETE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endpoints.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873721" y="5606275"/>
            <a:ext cx="1452245" cy="464184"/>
            <a:chOff x="873721" y="5606275"/>
            <a:chExt cx="1452245" cy="464184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3721" y="5606275"/>
              <a:ext cx="1451876" cy="46404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9136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1435938" y="5718861"/>
            <a:ext cx="32766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User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2748241" y="5606275"/>
            <a:ext cx="1452245" cy="464184"/>
            <a:chOff x="2748241" y="5606275"/>
            <a:chExt cx="1452245" cy="464184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8241" y="5606275"/>
              <a:ext cx="1451876" cy="464045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78819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6A573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3319094" y="5718861"/>
            <a:ext cx="30988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Post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622762" y="5606275"/>
            <a:ext cx="1452245" cy="464184"/>
            <a:chOff x="4622762" y="5606275"/>
            <a:chExt cx="1452245" cy="464184"/>
          </a:xfrm>
        </p:grpSpPr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22762" y="5606275"/>
              <a:ext cx="1451876" cy="46404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66271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F1994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5024424" y="5718861"/>
            <a:ext cx="648335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Comment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7274521" y="5606275"/>
            <a:ext cx="1726564" cy="464184"/>
            <a:chOff x="7274521" y="5606275"/>
            <a:chExt cx="1726564" cy="464184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74521" y="5606275"/>
              <a:ext cx="1726196" cy="464045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7314476" y="5623204"/>
              <a:ext cx="1646555" cy="384810"/>
            </a:xfrm>
            <a:custGeom>
              <a:avLst/>
              <a:gdLst/>
              <a:ahLst/>
              <a:cxnLst/>
              <a:rect l="l" t="t" r="r" b="b"/>
              <a:pathLst>
                <a:path w="164655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582204" y="384479"/>
                  </a:lnTo>
                  <a:lnTo>
                    <a:pt x="1621241" y="371115"/>
                  </a:lnTo>
                  <a:lnTo>
                    <a:pt x="1644126" y="336954"/>
                  </a:lnTo>
                  <a:lnTo>
                    <a:pt x="1646288" y="320395"/>
                  </a:lnTo>
                  <a:lnTo>
                    <a:pt x="1646264" y="64071"/>
                  </a:lnTo>
                  <a:lnTo>
                    <a:pt x="1632923" y="25397"/>
                  </a:lnTo>
                  <a:lnTo>
                    <a:pt x="1598763" y="2516"/>
                  </a:lnTo>
                  <a:lnTo>
                    <a:pt x="158220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7826654" y="5718861"/>
            <a:ext cx="6210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1</a:t>
            </a: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b="1" spc="-430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→</a:t>
            </a:r>
            <a:r>
              <a:rPr sz="1100" b="1" spc="-15" dirty="0">
                <a:solidFill>
                  <a:srgbClr val="F7F9FB"/>
                </a:solidFill>
                <a:latin typeface="Tahoma" panose="020B0604030504040204"/>
                <a:cs typeface="Tahoma" panose="020B0604030504040204"/>
              </a:rPr>
              <a:t> </a:t>
            </a:r>
            <a:r>
              <a:rPr sz="1100" spc="-20" dirty="0">
                <a:solidFill>
                  <a:srgbClr val="F7F9FB"/>
                </a:solidFill>
                <a:latin typeface="Arial MT"/>
                <a:cs typeface="Arial MT"/>
              </a:rPr>
              <a:t>Many</a:t>
            </a:r>
            <a:endParaRPr sz="1100">
              <a:latin typeface="Arial MT"/>
              <a:cs typeface="Arial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9331921" y="5606275"/>
            <a:ext cx="1452245" cy="464184"/>
            <a:chOff x="9331921" y="5606275"/>
            <a:chExt cx="1452245" cy="464184"/>
          </a:xfrm>
        </p:grpSpPr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331921" y="5606275"/>
              <a:ext cx="1451876" cy="46404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9371876" y="5623204"/>
              <a:ext cx="1372235" cy="384810"/>
            </a:xfrm>
            <a:custGeom>
              <a:avLst/>
              <a:gdLst/>
              <a:ahLst/>
              <a:cxnLst/>
              <a:rect l="l" t="t" r="r" b="b"/>
              <a:pathLst>
                <a:path w="1372234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1307884" y="384479"/>
                  </a:lnTo>
                  <a:lnTo>
                    <a:pt x="1346921" y="371115"/>
                  </a:lnTo>
                  <a:lnTo>
                    <a:pt x="1369806" y="336954"/>
                  </a:lnTo>
                  <a:lnTo>
                    <a:pt x="1371968" y="320395"/>
                  </a:lnTo>
                  <a:lnTo>
                    <a:pt x="1371944" y="64071"/>
                  </a:lnTo>
                  <a:lnTo>
                    <a:pt x="1358603" y="25397"/>
                  </a:lnTo>
                  <a:lnTo>
                    <a:pt x="1324443" y="2516"/>
                  </a:lnTo>
                  <a:lnTo>
                    <a:pt x="130788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173D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861384" y="5718861"/>
            <a:ext cx="392430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F7F9FB"/>
                </a:solidFill>
                <a:latin typeface="Arial MT"/>
                <a:cs typeface="Arial MT"/>
              </a:rPr>
              <a:t>Roles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30" dirty="0"/>
              <a:t> </a:t>
            </a:r>
            <a:r>
              <a:rPr dirty="0"/>
              <a:t>Features</a:t>
            </a:r>
            <a:r>
              <a:rPr spc="30" dirty="0"/>
              <a:t> </a:t>
            </a:r>
            <a:r>
              <a:rPr spc="75" dirty="0"/>
              <a:t>&amp;</a:t>
            </a:r>
            <a:r>
              <a:rPr spc="30" dirty="0"/>
              <a:t> </a:t>
            </a:r>
            <a:r>
              <a:rPr spc="40" dirty="0"/>
              <a:t>Security</a:t>
            </a:r>
            <a:endParaRPr spc="40" dirty="0"/>
          </a:p>
        </p:txBody>
      </p:sp>
      <p:sp>
        <p:nvSpPr>
          <p:cNvPr id="7" name="object 7"/>
          <p:cNvSpPr txBox="1"/>
          <p:nvPr/>
        </p:nvSpPr>
        <p:spPr>
          <a:xfrm>
            <a:off x="735736" y="1056500"/>
            <a:ext cx="366458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Intelligent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automation</a:t>
            </a:r>
            <a:r>
              <a:rPr sz="1300" spc="114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with</a:t>
            </a:r>
            <a:r>
              <a:rPr sz="1300" spc="120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protected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API</a:t>
            </a:r>
            <a:r>
              <a:rPr sz="1300" spc="12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access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2" name="object 2"/>
          <p:cNvGrpSpPr/>
          <p:nvPr/>
        </p:nvGrpSpPr>
        <p:grpSpPr>
          <a:xfrm>
            <a:off x="-2656" y="1486776"/>
            <a:ext cx="6082030" cy="5371465"/>
            <a:chOff x="-2656" y="1486776"/>
            <a:chExt cx="6082030" cy="5371465"/>
          </a:xfrm>
        </p:grpSpPr>
        <p:pic>
          <p:nvPicPr>
            <p:cNvPr id="3" name="object 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4715" y="1486776"/>
              <a:ext cx="5484596" cy="461558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754926" y="0"/>
                  </a:moveTo>
                  <a:lnTo>
                    <a:pt x="705372" y="1629"/>
                  </a:lnTo>
                  <a:lnTo>
                    <a:pt x="656182" y="6490"/>
                  </a:lnTo>
                  <a:lnTo>
                    <a:pt x="607515" y="14539"/>
                  </a:lnTo>
                  <a:lnTo>
                    <a:pt x="559533" y="25736"/>
                  </a:lnTo>
                  <a:lnTo>
                    <a:pt x="512395" y="40038"/>
                  </a:lnTo>
                  <a:lnTo>
                    <a:pt x="466261" y="57403"/>
                  </a:lnTo>
                  <a:lnTo>
                    <a:pt x="421292" y="77789"/>
                  </a:lnTo>
                  <a:lnTo>
                    <a:pt x="377647" y="101155"/>
                  </a:lnTo>
                  <a:lnTo>
                    <a:pt x="335526" y="127343"/>
                  </a:lnTo>
                  <a:lnTo>
                    <a:pt x="295367" y="156147"/>
                  </a:lnTo>
                  <a:lnTo>
                    <a:pt x="257277" y="187448"/>
                  </a:lnTo>
                  <a:lnTo>
                    <a:pt x="221359" y="221129"/>
                  </a:lnTo>
                  <a:lnTo>
                    <a:pt x="187720" y="257070"/>
                  </a:lnTo>
                  <a:lnTo>
                    <a:pt x="156464" y="295154"/>
                  </a:lnTo>
                  <a:lnTo>
                    <a:pt x="127697" y="335263"/>
                  </a:lnTo>
                  <a:lnTo>
                    <a:pt x="101523" y="377278"/>
                  </a:lnTo>
                  <a:lnTo>
                    <a:pt x="78158" y="421025"/>
                  </a:lnTo>
                  <a:lnTo>
                    <a:pt x="57771" y="466043"/>
                  </a:lnTo>
                  <a:lnTo>
                    <a:pt x="40406" y="512183"/>
                  </a:lnTo>
                  <a:lnTo>
                    <a:pt x="26104" y="559298"/>
                  </a:lnTo>
                  <a:lnTo>
                    <a:pt x="14908" y="607241"/>
                  </a:lnTo>
                  <a:lnTo>
                    <a:pt x="6858" y="655863"/>
                  </a:lnTo>
                  <a:lnTo>
                    <a:pt x="1997" y="705018"/>
                  </a:lnTo>
                  <a:lnTo>
                    <a:pt x="368" y="754557"/>
                  </a:lnTo>
                  <a:lnTo>
                    <a:pt x="0" y="3772077"/>
                  </a:lnTo>
                  <a:lnTo>
                    <a:pt x="1630" y="3821628"/>
                  </a:lnTo>
                  <a:lnTo>
                    <a:pt x="6492" y="3870816"/>
                  </a:lnTo>
                  <a:lnTo>
                    <a:pt x="14543" y="3919482"/>
                  </a:lnTo>
                  <a:lnTo>
                    <a:pt x="25710" y="3967327"/>
                  </a:lnTo>
                  <a:lnTo>
                    <a:pt x="39998" y="4014443"/>
                  </a:lnTo>
                  <a:lnTo>
                    <a:pt x="57355" y="4060585"/>
                  </a:lnTo>
                  <a:lnTo>
                    <a:pt x="77802" y="4105711"/>
                  </a:lnTo>
                  <a:lnTo>
                    <a:pt x="101168" y="4149356"/>
                  </a:lnTo>
                  <a:lnTo>
                    <a:pt x="127352" y="4191474"/>
                  </a:lnTo>
                  <a:lnTo>
                    <a:pt x="156045" y="4231480"/>
                  </a:lnTo>
                  <a:lnTo>
                    <a:pt x="187451" y="4269721"/>
                  </a:lnTo>
                  <a:lnTo>
                    <a:pt x="221005" y="4305506"/>
                  </a:lnTo>
                  <a:lnTo>
                    <a:pt x="257071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30" y="4448842"/>
                  </a:lnTo>
                  <a:lnTo>
                    <a:pt x="466050" y="4469226"/>
                  </a:lnTo>
                  <a:lnTo>
                    <a:pt x="512192" y="4486591"/>
                  </a:lnTo>
                  <a:lnTo>
                    <a:pt x="559307" y="4500894"/>
                  </a:lnTo>
                  <a:lnTo>
                    <a:pt x="607250" y="4512092"/>
                  </a:lnTo>
                  <a:lnTo>
                    <a:pt x="655870" y="4520143"/>
                  </a:lnTo>
                  <a:lnTo>
                    <a:pt x="705022" y="4525005"/>
                  </a:lnTo>
                  <a:lnTo>
                    <a:pt x="754557" y="4526635"/>
                  </a:lnTo>
                  <a:lnTo>
                    <a:pt x="4640757" y="4526635"/>
                  </a:lnTo>
                  <a:lnTo>
                    <a:pt x="4690311" y="4525005"/>
                  </a:lnTo>
                  <a:lnTo>
                    <a:pt x="4739502" y="4520143"/>
                  </a:lnTo>
                  <a:lnTo>
                    <a:pt x="4788168" y="4512092"/>
                  </a:lnTo>
                  <a:lnTo>
                    <a:pt x="4836152" y="4500894"/>
                  </a:lnTo>
                  <a:lnTo>
                    <a:pt x="4883291" y="4486591"/>
                  </a:lnTo>
                  <a:lnTo>
                    <a:pt x="4929427" y="4469226"/>
                  </a:lnTo>
                  <a:lnTo>
                    <a:pt x="4974400" y="4448842"/>
                  </a:lnTo>
                  <a:lnTo>
                    <a:pt x="5018049" y="4425480"/>
                  </a:lnTo>
                  <a:lnTo>
                    <a:pt x="5060143" y="4399306"/>
                  </a:lnTo>
                  <a:lnTo>
                    <a:pt x="5100253" y="4370537"/>
                  </a:lnTo>
                  <a:lnTo>
                    <a:pt x="5138299" y="4339280"/>
                  </a:lnTo>
                  <a:lnTo>
                    <a:pt x="5174330" y="4305506"/>
                  </a:lnTo>
                  <a:lnTo>
                    <a:pt x="5207970" y="4269565"/>
                  </a:lnTo>
                  <a:lnTo>
                    <a:pt x="5239102" y="4231630"/>
                  </a:lnTo>
                  <a:lnTo>
                    <a:pt x="5267917" y="4191474"/>
                  </a:lnTo>
                  <a:lnTo>
                    <a:pt x="5294160" y="4149356"/>
                  </a:lnTo>
                  <a:lnTo>
                    <a:pt x="5317469" y="4105711"/>
                  </a:lnTo>
                  <a:lnTo>
                    <a:pt x="5337843" y="4060740"/>
                  </a:lnTo>
                  <a:lnTo>
                    <a:pt x="5355220" y="4014605"/>
                  </a:lnTo>
                  <a:lnTo>
                    <a:pt x="5369543" y="3967465"/>
                  </a:lnTo>
                  <a:lnTo>
                    <a:pt x="5380761" y="3919482"/>
                  </a:lnTo>
                  <a:lnTo>
                    <a:pt x="5388827" y="3870816"/>
                  </a:lnTo>
                  <a:lnTo>
                    <a:pt x="5393696" y="3821628"/>
                  </a:lnTo>
                  <a:lnTo>
                    <a:pt x="5395328" y="3772077"/>
                  </a:lnTo>
                  <a:lnTo>
                    <a:pt x="5395316" y="754557"/>
                  </a:lnTo>
                  <a:lnTo>
                    <a:pt x="5393698" y="705363"/>
                  </a:lnTo>
                  <a:lnTo>
                    <a:pt x="5388836" y="656174"/>
                  </a:lnTo>
                  <a:lnTo>
                    <a:pt x="5380784" y="607508"/>
                  </a:lnTo>
                  <a:lnTo>
                    <a:pt x="5369585" y="559525"/>
                  </a:lnTo>
                  <a:lnTo>
                    <a:pt x="5355281" y="512385"/>
                  </a:lnTo>
                  <a:lnTo>
                    <a:pt x="5337913" y="466250"/>
                  </a:lnTo>
                  <a:lnTo>
                    <a:pt x="5317526" y="421279"/>
                  </a:lnTo>
                  <a:lnTo>
                    <a:pt x="5294160" y="377634"/>
                  </a:lnTo>
                  <a:lnTo>
                    <a:pt x="5267975" y="335517"/>
                  </a:lnTo>
                  <a:lnTo>
                    <a:pt x="5239175" y="295360"/>
                  </a:lnTo>
                  <a:lnTo>
                    <a:pt x="5207876" y="257269"/>
                  </a:lnTo>
                  <a:lnTo>
                    <a:pt x="5174197" y="221351"/>
                  </a:lnTo>
                  <a:lnTo>
                    <a:pt x="5138257" y="187710"/>
                  </a:lnTo>
                  <a:lnTo>
                    <a:pt x="5100173" y="156453"/>
                  </a:lnTo>
                  <a:lnTo>
                    <a:pt x="5060064" y="127684"/>
                  </a:lnTo>
                  <a:lnTo>
                    <a:pt x="5018049" y="101511"/>
                  </a:lnTo>
                  <a:lnTo>
                    <a:pt x="4974298" y="78149"/>
                  </a:lnTo>
                  <a:lnTo>
                    <a:pt x="4929277" y="57764"/>
                  </a:lnTo>
                  <a:lnTo>
                    <a:pt x="4883135" y="40399"/>
                  </a:lnTo>
                  <a:lnTo>
                    <a:pt x="4836018" y="26096"/>
                  </a:lnTo>
                  <a:lnTo>
                    <a:pt x="4788075" y="14898"/>
                  </a:lnTo>
                  <a:lnTo>
                    <a:pt x="4739452" y="6847"/>
                  </a:lnTo>
                  <a:lnTo>
                    <a:pt x="4690297" y="1985"/>
                  </a:lnTo>
                  <a:lnTo>
                    <a:pt x="4640757" y="355"/>
                  </a:lnTo>
                  <a:lnTo>
                    <a:pt x="754926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39356" y="1508404"/>
              <a:ext cx="5395595" cy="4526915"/>
            </a:xfrm>
            <a:custGeom>
              <a:avLst/>
              <a:gdLst/>
              <a:ahLst/>
              <a:cxnLst/>
              <a:rect l="l" t="t" r="r" b="b"/>
              <a:pathLst>
                <a:path w="5395595" h="4526915">
                  <a:moveTo>
                    <a:pt x="368" y="754557"/>
                  </a:moveTo>
                  <a:lnTo>
                    <a:pt x="1997" y="705018"/>
                  </a:lnTo>
                  <a:lnTo>
                    <a:pt x="6858" y="655863"/>
                  </a:lnTo>
                  <a:lnTo>
                    <a:pt x="14908" y="607241"/>
                  </a:lnTo>
                  <a:lnTo>
                    <a:pt x="26104" y="559298"/>
                  </a:lnTo>
                  <a:lnTo>
                    <a:pt x="40406" y="512183"/>
                  </a:lnTo>
                  <a:lnTo>
                    <a:pt x="57771" y="466043"/>
                  </a:lnTo>
                  <a:lnTo>
                    <a:pt x="78158" y="421025"/>
                  </a:lnTo>
                  <a:lnTo>
                    <a:pt x="101523" y="377278"/>
                  </a:lnTo>
                  <a:lnTo>
                    <a:pt x="127697" y="335263"/>
                  </a:lnTo>
                  <a:lnTo>
                    <a:pt x="156464" y="295154"/>
                  </a:lnTo>
                  <a:lnTo>
                    <a:pt x="187720" y="257070"/>
                  </a:lnTo>
                  <a:lnTo>
                    <a:pt x="221359" y="221129"/>
                  </a:lnTo>
                  <a:lnTo>
                    <a:pt x="257277" y="187448"/>
                  </a:lnTo>
                  <a:lnTo>
                    <a:pt x="295367" y="156147"/>
                  </a:lnTo>
                  <a:lnTo>
                    <a:pt x="335526" y="127343"/>
                  </a:lnTo>
                  <a:lnTo>
                    <a:pt x="377647" y="101155"/>
                  </a:lnTo>
                  <a:lnTo>
                    <a:pt x="421292" y="77789"/>
                  </a:lnTo>
                  <a:lnTo>
                    <a:pt x="466261" y="57403"/>
                  </a:lnTo>
                  <a:lnTo>
                    <a:pt x="512395" y="40038"/>
                  </a:lnTo>
                  <a:lnTo>
                    <a:pt x="559533" y="25736"/>
                  </a:lnTo>
                  <a:lnTo>
                    <a:pt x="607515" y="14539"/>
                  </a:lnTo>
                  <a:lnTo>
                    <a:pt x="656182" y="6490"/>
                  </a:lnTo>
                  <a:lnTo>
                    <a:pt x="705372" y="1629"/>
                  </a:lnTo>
                  <a:lnTo>
                    <a:pt x="754926" y="0"/>
                  </a:lnTo>
                  <a:lnTo>
                    <a:pt x="4640757" y="355"/>
                  </a:lnTo>
                  <a:lnTo>
                    <a:pt x="4690297" y="1985"/>
                  </a:lnTo>
                  <a:lnTo>
                    <a:pt x="4739452" y="6847"/>
                  </a:lnTo>
                  <a:lnTo>
                    <a:pt x="4788075" y="14898"/>
                  </a:lnTo>
                  <a:lnTo>
                    <a:pt x="4836018" y="26096"/>
                  </a:lnTo>
                  <a:lnTo>
                    <a:pt x="4883135" y="40399"/>
                  </a:lnTo>
                  <a:lnTo>
                    <a:pt x="4929277" y="57764"/>
                  </a:lnTo>
                  <a:lnTo>
                    <a:pt x="4974298" y="78149"/>
                  </a:lnTo>
                  <a:lnTo>
                    <a:pt x="5018049" y="101511"/>
                  </a:lnTo>
                  <a:lnTo>
                    <a:pt x="5060064" y="127684"/>
                  </a:lnTo>
                  <a:lnTo>
                    <a:pt x="5100173" y="156453"/>
                  </a:lnTo>
                  <a:lnTo>
                    <a:pt x="5138257" y="187710"/>
                  </a:lnTo>
                  <a:lnTo>
                    <a:pt x="5174197" y="221351"/>
                  </a:lnTo>
                  <a:lnTo>
                    <a:pt x="5207876" y="257269"/>
                  </a:lnTo>
                  <a:lnTo>
                    <a:pt x="5239175" y="295360"/>
                  </a:lnTo>
                  <a:lnTo>
                    <a:pt x="5267975" y="335517"/>
                  </a:lnTo>
                  <a:lnTo>
                    <a:pt x="5294160" y="377634"/>
                  </a:lnTo>
                  <a:lnTo>
                    <a:pt x="5317526" y="421279"/>
                  </a:lnTo>
                  <a:lnTo>
                    <a:pt x="5337913" y="466250"/>
                  </a:lnTo>
                  <a:lnTo>
                    <a:pt x="5355281" y="512385"/>
                  </a:lnTo>
                  <a:lnTo>
                    <a:pt x="5369585" y="559525"/>
                  </a:lnTo>
                  <a:lnTo>
                    <a:pt x="5380784" y="607508"/>
                  </a:lnTo>
                  <a:lnTo>
                    <a:pt x="5388836" y="656174"/>
                  </a:lnTo>
                  <a:lnTo>
                    <a:pt x="5393698" y="705363"/>
                  </a:lnTo>
                  <a:lnTo>
                    <a:pt x="5395328" y="754913"/>
                  </a:lnTo>
                  <a:lnTo>
                    <a:pt x="5395328" y="3772077"/>
                  </a:lnTo>
                  <a:lnTo>
                    <a:pt x="5393698" y="3821612"/>
                  </a:lnTo>
                  <a:lnTo>
                    <a:pt x="5388836" y="3870764"/>
                  </a:lnTo>
                  <a:lnTo>
                    <a:pt x="5380784" y="3919385"/>
                  </a:lnTo>
                  <a:lnTo>
                    <a:pt x="5369585" y="3967327"/>
                  </a:lnTo>
                  <a:lnTo>
                    <a:pt x="5355281" y="4014443"/>
                  </a:lnTo>
                  <a:lnTo>
                    <a:pt x="5337913" y="4060585"/>
                  </a:lnTo>
                  <a:lnTo>
                    <a:pt x="5317526" y="4105605"/>
                  </a:lnTo>
                  <a:lnTo>
                    <a:pt x="5294160" y="4149356"/>
                  </a:lnTo>
                  <a:lnTo>
                    <a:pt x="5267990" y="4191372"/>
                  </a:lnTo>
                  <a:lnTo>
                    <a:pt x="5239225" y="4231480"/>
                  </a:lnTo>
                  <a:lnTo>
                    <a:pt x="5207970" y="4269565"/>
                  </a:lnTo>
                  <a:lnTo>
                    <a:pt x="5174330" y="4305506"/>
                  </a:lnTo>
                  <a:lnTo>
                    <a:pt x="5138413" y="4339186"/>
                  </a:lnTo>
                  <a:lnTo>
                    <a:pt x="5100323" y="4370487"/>
                  </a:lnTo>
                  <a:lnTo>
                    <a:pt x="5060166" y="4399291"/>
                  </a:lnTo>
                  <a:lnTo>
                    <a:pt x="5018049" y="4425480"/>
                  </a:lnTo>
                  <a:lnTo>
                    <a:pt x="4974400" y="4448842"/>
                  </a:lnTo>
                  <a:lnTo>
                    <a:pt x="4929427" y="4469226"/>
                  </a:lnTo>
                  <a:lnTo>
                    <a:pt x="4883291" y="4486591"/>
                  </a:lnTo>
                  <a:lnTo>
                    <a:pt x="4836152" y="4500894"/>
                  </a:lnTo>
                  <a:lnTo>
                    <a:pt x="4788168" y="4512092"/>
                  </a:lnTo>
                  <a:lnTo>
                    <a:pt x="4739502" y="4520143"/>
                  </a:lnTo>
                  <a:lnTo>
                    <a:pt x="4690311" y="4525005"/>
                  </a:lnTo>
                  <a:lnTo>
                    <a:pt x="4640757" y="4526635"/>
                  </a:lnTo>
                  <a:lnTo>
                    <a:pt x="754557" y="4526635"/>
                  </a:lnTo>
                  <a:lnTo>
                    <a:pt x="705022" y="4525005"/>
                  </a:lnTo>
                  <a:lnTo>
                    <a:pt x="655870" y="4520143"/>
                  </a:lnTo>
                  <a:lnTo>
                    <a:pt x="607250" y="4512092"/>
                  </a:lnTo>
                  <a:lnTo>
                    <a:pt x="559307" y="4500894"/>
                  </a:lnTo>
                  <a:lnTo>
                    <a:pt x="512192" y="4486591"/>
                  </a:lnTo>
                  <a:lnTo>
                    <a:pt x="466050" y="4469226"/>
                  </a:lnTo>
                  <a:lnTo>
                    <a:pt x="421030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1" y="4339280"/>
                  </a:lnTo>
                  <a:lnTo>
                    <a:pt x="221130" y="4305639"/>
                  </a:lnTo>
                  <a:lnTo>
                    <a:pt x="187451" y="4269721"/>
                  </a:lnTo>
                  <a:lnTo>
                    <a:pt x="156153" y="4231630"/>
                  </a:lnTo>
                  <a:lnTo>
                    <a:pt x="127352" y="4191474"/>
                  </a:lnTo>
                  <a:lnTo>
                    <a:pt x="101168" y="4149356"/>
                  </a:lnTo>
                  <a:lnTo>
                    <a:pt x="77802" y="4105711"/>
                  </a:lnTo>
                  <a:lnTo>
                    <a:pt x="57414" y="4060740"/>
                  </a:lnTo>
                  <a:lnTo>
                    <a:pt x="40047" y="4014605"/>
                  </a:lnTo>
                  <a:lnTo>
                    <a:pt x="25742" y="3967465"/>
                  </a:lnTo>
                  <a:lnTo>
                    <a:pt x="14543" y="3919482"/>
                  </a:lnTo>
                  <a:lnTo>
                    <a:pt x="6492" y="3870816"/>
                  </a:lnTo>
                  <a:lnTo>
                    <a:pt x="1630" y="3821628"/>
                  </a:lnTo>
                  <a:lnTo>
                    <a:pt x="0" y="3772077"/>
                  </a:lnTo>
                  <a:lnTo>
                    <a:pt x="368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2473820" y="2790253"/>
            <a:ext cx="1762125" cy="285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700" dirty="0">
                <a:solidFill>
                  <a:srgbClr val="111A36"/>
                </a:solidFill>
                <a:latin typeface="Arial MT"/>
                <a:cs typeface="Arial MT"/>
              </a:rPr>
              <a:t>AI</a:t>
            </a:r>
            <a:r>
              <a:rPr sz="1700" spc="40" dirty="0">
                <a:solidFill>
                  <a:srgbClr val="111A36"/>
                </a:solidFill>
                <a:latin typeface="Arial MT"/>
                <a:cs typeface="Arial MT"/>
              </a:rPr>
              <a:t> </a:t>
            </a: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CAPABILITIES</a:t>
            </a:r>
            <a:endParaRPr sz="17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48943" y="3049460"/>
            <a:ext cx="4540885" cy="17316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30810" indent="106680">
              <a:lnSpc>
                <a:spcPct val="100000"/>
              </a:lnSpc>
              <a:spcBef>
                <a:spcPts val="1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Generation: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creates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blog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posts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from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high-level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themes.</a:t>
            </a:r>
            <a:endParaRPr sz="1350">
              <a:latin typeface="Arial MT"/>
              <a:cs typeface="Arial MT"/>
            </a:endParaRPr>
          </a:p>
          <a:p>
            <a:pPr marL="12700" marR="351155" indent="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Summarization: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converts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long</a:t>
            </a:r>
            <a:r>
              <a:rPr sz="1350" spc="14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article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4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0" dirty="0">
                <a:solidFill>
                  <a:srgbClr val="222C40"/>
                </a:solidFill>
                <a:latin typeface="Arial MT"/>
                <a:cs typeface="Arial MT"/>
              </a:rPr>
              <a:t>into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concise</a:t>
            </a:r>
            <a:r>
              <a:rPr sz="1350" spc="17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summaries.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ts val="162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Flow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connects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specialized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endpoints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such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25" dirty="0">
                <a:solidFill>
                  <a:srgbClr val="222C40"/>
                </a:solidFill>
                <a:latin typeface="Arial MT"/>
                <a:cs typeface="Arial MT"/>
              </a:rPr>
              <a:t>as</a:t>
            </a:r>
            <a:endParaRPr sz="13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/api/ai/generate-blog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/api/ai/summarize.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Gemini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AI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is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integrated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intelligent</a:t>
            </a:r>
            <a:r>
              <a:rPr sz="1350" spc="10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content</a:t>
            </a:r>
            <a:r>
              <a:rPr sz="1350" spc="10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assistance.</a:t>
            </a:r>
            <a:endParaRPr sz="1350">
              <a:latin typeface="Arial MT"/>
              <a:cs typeface="Arial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127203" y="1486776"/>
            <a:ext cx="5439410" cy="4615815"/>
            <a:chOff x="6127203" y="1486776"/>
            <a:chExt cx="5439410" cy="461581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127203" y="1486776"/>
              <a:ext cx="5438876" cy="461558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754913" y="0"/>
                  </a:moveTo>
                  <a:lnTo>
                    <a:pt x="705363" y="1629"/>
                  </a:lnTo>
                  <a:lnTo>
                    <a:pt x="656174" y="6490"/>
                  </a:lnTo>
                  <a:lnTo>
                    <a:pt x="607508" y="14539"/>
                  </a:lnTo>
                  <a:lnTo>
                    <a:pt x="559525" y="25736"/>
                  </a:lnTo>
                  <a:lnTo>
                    <a:pt x="512385" y="40038"/>
                  </a:lnTo>
                  <a:lnTo>
                    <a:pt x="466250" y="57403"/>
                  </a:lnTo>
                  <a:lnTo>
                    <a:pt x="421279" y="77789"/>
                  </a:lnTo>
                  <a:lnTo>
                    <a:pt x="377634" y="101155"/>
                  </a:lnTo>
                  <a:lnTo>
                    <a:pt x="335517" y="127343"/>
                  </a:lnTo>
                  <a:lnTo>
                    <a:pt x="295360" y="156147"/>
                  </a:lnTo>
                  <a:lnTo>
                    <a:pt x="257269" y="187448"/>
                  </a:lnTo>
                  <a:lnTo>
                    <a:pt x="221351" y="221129"/>
                  </a:lnTo>
                  <a:lnTo>
                    <a:pt x="187710" y="257070"/>
                  </a:lnTo>
                  <a:lnTo>
                    <a:pt x="156453" y="295154"/>
                  </a:lnTo>
                  <a:lnTo>
                    <a:pt x="127684" y="335263"/>
                  </a:lnTo>
                  <a:lnTo>
                    <a:pt x="101511" y="377278"/>
                  </a:lnTo>
                  <a:lnTo>
                    <a:pt x="78149" y="421025"/>
                  </a:lnTo>
                  <a:lnTo>
                    <a:pt x="57764" y="466043"/>
                  </a:lnTo>
                  <a:lnTo>
                    <a:pt x="40399" y="512183"/>
                  </a:lnTo>
                  <a:lnTo>
                    <a:pt x="26096" y="559298"/>
                  </a:lnTo>
                  <a:lnTo>
                    <a:pt x="14898" y="607241"/>
                  </a:lnTo>
                  <a:lnTo>
                    <a:pt x="6847" y="655863"/>
                  </a:lnTo>
                  <a:lnTo>
                    <a:pt x="1985" y="705018"/>
                  </a:lnTo>
                  <a:lnTo>
                    <a:pt x="355" y="754557"/>
                  </a:lnTo>
                  <a:lnTo>
                    <a:pt x="0" y="3772077"/>
                  </a:lnTo>
                  <a:lnTo>
                    <a:pt x="1629" y="3821628"/>
                  </a:lnTo>
                  <a:lnTo>
                    <a:pt x="6490" y="3870816"/>
                  </a:lnTo>
                  <a:lnTo>
                    <a:pt x="14539" y="3919482"/>
                  </a:lnTo>
                  <a:lnTo>
                    <a:pt x="25704" y="3967327"/>
                  </a:lnTo>
                  <a:lnTo>
                    <a:pt x="39989" y="4014443"/>
                  </a:lnTo>
                  <a:lnTo>
                    <a:pt x="57345" y="4060585"/>
                  </a:lnTo>
                  <a:lnTo>
                    <a:pt x="77789" y="4105711"/>
                  </a:lnTo>
                  <a:lnTo>
                    <a:pt x="101155" y="4149356"/>
                  </a:lnTo>
                  <a:lnTo>
                    <a:pt x="127343" y="4191474"/>
                  </a:lnTo>
                  <a:lnTo>
                    <a:pt x="156040" y="4231480"/>
                  </a:lnTo>
                  <a:lnTo>
                    <a:pt x="187448" y="4269721"/>
                  </a:lnTo>
                  <a:lnTo>
                    <a:pt x="221004" y="4305506"/>
                  </a:lnTo>
                  <a:lnTo>
                    <a:pt x="257070" y="4339280"/>
                  </a:lnTo>
                  <a:lnTo>
                    <a:pt x="295154" y="4370537"/>
                  </a:lnTo>
                  <a:lnTo>
                    <a:pt x="335263" y="4399306"/>
                  </a:lnTo>
                  <a:lnTo>
                    <a:pt x="377278" y="4425480"/>
                  </a:lnTo>
                  <a:lnTo>
                    <a:pt x="421025" y="4448842"/>
                  </a:lnTo>
                  <a:lnTo>
                    <a:pt x="466043" y="4469226"/>
                  </a:lnTo>
                  <a:lnTo>
                    <a:pt x="512183" y="4486591"/>
                  </a:lnTo>
                  <a:lnTo>
                    <a:pt x="559298" y="4500894"/>
                  </a:lnTo>
                  <a:lnTo>
                    <a:pt x="607241" y="4512092"/>
                  </a:lnTo>
                  <a:lnTo>
                    <a:pt x="655863" y="4520143"/>
                  </a:lnTo>
                  <a:lnTo>
                    <a:pt x="705018" y="4525005"/>
                  </a:lnTo>
                  <a:lnTo>
                    <a:pt x="754557" y="4526635"/>
                  </a:lnTo>
                  <a:lnTo>
                    <a:pt x="4595037" y="4526635"/>
                  </a:lnTo>
                  <a:lnTo>
                    <a:pt x="4644588" y="4525005"/>
                  </a:lnTo>
                  <a:lnTo>
                    <a:pt x="4693776" y="4520143"/>
                  </a:lnTo>
                  <a:lnTo>
                    <a:pt x="4742442" y="4512092"/>
                  </a:lnTo>
                  <a:lnTo>
                    <a:pt x="4790425" y="4500894"/>
                  </a:lnTo>
                  <a:lnTo>
                    <a:pt x="4837565" y="4486591"/>
                  </a:lnTo>
                  <a:lnTo>
                    <a:pt x="4883700" y="4469226"/>
                  </a:lnTo>
                  <a:lnTo>
                    <a:pt x="4928671" y="4448842"/>
                  </a:lnTo>
                  <a:lnTo>
                    <a:pt x="4972316" y="4425480"/>
                  </a:lnTo>
                  <a:lnTo>
                    <a:pt x="5014410" y="4399306"/>
                  </a:lnTo>
                  <a:lnTo>
                    <a:pt x="5054521" y="4370537"/>
                  </a:lnTo>
                  <a:lnTo>
                    <a:pt x="5092567" y="4339280"/>
                  </a:lnTo>
                  <a:lnTo>
                    <a:pt x="5128599" y="4305506"/>
                  </a:lnTo>
                  <a:lnTo>
                    <a:pt x="5162240" y="4269565"/>
                  </a:lnTo>
                  <a:lnTo>
                    <a:pt x="5193374" y="4231630"/>
                  </a:lnTo>
                  <a:lnTo>
                    <a:pt x="5222193" y="4191474"/>
                  </a:lnTo>
                  <a:lnTo>
                    <a:pt x="5248440" y="4149356"/>
                  </a:lnTo>
                  <a:lnTo>
                    <a:pt x="5271745" y="4105711"/>
                  </a:lnTo>
                  <a:lnTo>
                    <a:pt x="5292116" y="4060740"/>
                  </a:lnTo>
                  <a:lnTo>
                    <a:pt x="5309490" y="4014605"/>
                  </a:lnTo>
                  <a:lnTo>
                    <a:pt x="5323812" y="3967465"/>
                  </a:lnTo>
                  <a:lnTo>
                    <a:pt x="5335029" y="3919482"/>
                  </a:lnTo>
                  <a:lnTo>
                    <a:pt x="5343095" y="3870816"/>
                  </a:lnTo>
                  <a:lnTo>
                    <a:pt x="5347964" y="3821628"/>
                  </a:lnTo>
                  <a:lnTo>
                    <a:pt x="5349595" y="3772077"/>
                  </a:lnTo>
                  <a:lnTo>
                    <a:pt x="5349583" y="754557"/>
                  </a:lnTo>
                  <a:lnTo>
                    <a:pt x="5347965" y="705363"/>
                  </a:lnTo>
                  <a:lnTo>
                    <a:pt x="5343103" y="656174"/>
                  </a:lnTo>
                  <a:lnTo>
                    <a:pt x="5335052" y="607508"/>
                  </a:lnTo>
                  <a:lnTo>
                    <a:pt x="5323854" y="559525"/>
                  </a:lnTo>
                  <a:lnTo>
                    <a:pt x="5309551" y="512385"/>
                  </a:lnTo>
                  <a:lnTo>
                    <a:pt x="5292186" y="466250"/>
                  </a:lnTo>
                  <a:lnTo>
                    <a:pt x="5271802" y="421279"/>
                  </a:lnTo>
                  <a:lnTo>
                    <a:pt x="5248440" y="377634"/>
                  </a:lnTo>
                  <a:lnTo>
                    <a:pt x="5222251" y="335517"/>
                  </a:lnTo>
                  <a:lnTo>
                    <a:pt x="5193447" y="295360"/>
                  </a:lnTo>
                  <a:lnTo>
                    <a:pt x="5162146" y="257269"/>
                  </a:lnTo>
                  <a:lnTo>
                    <a:pt x="5128466" y="221351"/>
                  </a:lnTo>
                  <a:lnTo>
                    <a:pt x="5092525" y="187710"/>
                  </a:lnTo>
                  <a:lnTo>
                    <a:pt x="5054440" y="156453"/>
                  </a:lnTo>
                  <a:lnTo>
                    <a:pt x="5014332" y="127684"/>
                  </a:lnTo>
                  <a:lnTo>
                    <a:pt x="4972316" y="101511"/>
                  </a:lnTo>
                  <a:lnTo>
                    <a:pt x="4928565" y="78149"/>
                  </a:lnTo>
                  <a:lnTo>
                    <a:pt x="4883545" y="57764"/>
                  </a:lnTo>
                  <a:lnTo>
                    <a:pt x="4837403" y="40399"/>
                  </a:lnTo>
                  <a:lnTo>
                    <a:pt x="4790287" y="26096"/>
                  </a:lnTo>
                  <a:lnTo>
                    <a:pt x="4742345" y="14898"/>
                  </a:lnTo>
                  <a:lnTo>
                    <a:pt x="4693724" y="6847"/>
                  </a:lnTo>
                  <a:lnTo>
                    <a:pt x="4644572" y="1985"/>
                  </a:lnTo>
                  <a:lnTo>
                    <a:pt x="4595037" y="355"/>
                  </a:lnTo>
                  <a:lnTo>
                    <a:pt x="754913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71844" y="1508404"/>
              <a:ext cx="5349875" cy="4526915"/>
            </a:xfrm>
            <a:custGeom>
              <a:avLst/>
              <a:gdLst/>
              <a:ahLst/>
              <a:cxnLst/>
              <a:rect l="l" t="t" r="r" b="b"/>
              <a:pathLst>
                <a:path w="5349875" h="4526915">
                  <a:moveTo>
                    <a:pt x="355" y="754557"/>
                  </a:moveTo>
                  <a:lnTo>
                    <a:pt x="1985" y="705018"/>
                  </a:lnTo>
                  <a:lnTo>
                    <a:pt x="6847" y="655863"/>
                  </a:lnTo>
                  <a:lnTo>
                    <a:pt x="14898" y="607241"/>
                  </a:lnTo>
                  <a:lnTo>
                    <a:pt x="26096" y="559298"/>
                  </a:lnTo>
                  <a:lnTo>
                    <a:pt x="40399" y="512183"/>
                  </a:lnTo>
                  <a:lnTo>
                    <a:pt x="57764" y="466043"/>
                  </a:lnTo>
                  <a:lnTo>
                    <a:pt x="78149" y="421025"/>
                  </a:lnTo>
                  <a:lnTo>
                    <a:pt x="101511" y="377278"/>
                  </a:lnTo>
                  <a:lnTo>
                    <a:pt x="127684" y="335263"/>
                  </a:lnTo>
                  <a:lnTo>
                    <a:pt x="156453" y="295154"/>
                  </a:lnTo>
                  <a:lnTo>
                    <a:pt x="187710" y="257070"/>
                  </a:lnTo>
                  <a:lnTo>
                    <a:pt x="221351" y="221129"/>
                  </a:lnTo>
                  <a:lnTo>
                    <a:pt x="257269" y="187448"/>
                  </a:lnTo>
                  <a:lnTo>
                    <a:pt x="295360" y="156147"/>
                  </a:lnTo>
                  <a:lnTo>
                    <a:pt x="335517" y="127343"/>
                  </a:lnTo>
                  <a:lnTo>
                    <a:pt x="377634" y="101155"/>
                  </a:lnTo>
                  <a:lnTo>
                    <a:pt x="421279" y="77789"/>
                  </a:lnTo>
                  <a:lnTo>
                    <a:pt x="466250" y="57403"/>
                  </a:lnTo>
                  <a:lnTo>
                    <a:pt x="512385" y="40038"/>
                  </a:lnTo>
                  <a:lnTo>
                    <a:pt x="559525" y="25736"/>
                  </a:lnTo>
                  <a:lnTo>
                    <a:pt x="607508" y="14539"/>
                  </a:lnTo>
                  <a:lnTo>
                    <a:pt x="656174" y="6490"/>
                  </a:lnTo>
                  <a:lnTo>
                    <a:pt x="705363" y="1629"/>
                  </a:lnTo>
                  <a:lnTo>
                    <a:pt x="754913" y="0"/>
                  </a:lnTo>
                  <a:lnTo>
                    <a:pt x="4595037" y="355"/>
                  </a:lnTo>
                  <a:lnTo>
                    <a:pt x="4644572" y="1985"/>
                  </a:lnTo>
                  <a:lnTo>
                    <a:pt x="4693724" y="6847"/>
                  </a:lnTo>
                  <a:lnTo>
                    <a:pt x="4742345" y="14898"/>
                  </a:lnTo>
                  <a:lnTo>
                    <a:pt x="4790287" y="26096"/>
                  </a:lnTo>
                  <a:lnTo>
                    <a:pt x="4837403" y="40399"/>
                  </a:lnTo>
                  <a:lnTo>
                    <a:pt x="4883545" y="57764"/>
                  </a:lnTo>
                  <a:lnTo>
                    <a:pt x="4928565" y="78149"/>
                  </a:lnTo>
                  <a:lnTo>
                    <a:pt x="4972316" y="101511"/>
                  </a:lnTo>
                  <a:lnTo>
                    <a:pt x="5014332" y="127684"/>
                  </a:lnTo>
                  <a:lnTo>
                    <a:pt x="5054440" y="156453"/>
                  </a:lnTo>
                  <a:lnTo>
                    <a:pt x="5092525" y="187710"/>
                  </a:lnTo>
                  <a:lnTo>
                    <a:pt x="5128466" y="221351"/>
                  </a:lnTo>
                  <a:lnTo>
                    <a:pt x="5162146" y="257269"/>
                  </a:lnTo>
                  <a:lnTo>
                    <a:pt x="5193447" y="295360"/>
                  </a:lnTo>
                  <a:lnTo>
                    <a:pt x="5222251" y="335517"/>
                  </a:lnTo>
                  <a:lnTo>
                    <a:pt x="5248440" y="377634"/>
                  </a:lnTo>
                  <a:lnTo>
                    <a:pt x="5271802" y="421279"/>
                  </a:lnTo>
                  <a:lnTo>
                    <a:pt x="5292186" y="466250"/>
                  </a:lnTo>
                  <a:lnTo>
                    <a:pt x="5309551" y="512385"/>
                  </a:lnTo>
                  <a:lnTo>
                    <a:pt x="5323854" y="559525"/>
                  </a:lnTo>
                  <a:lnTo>
                    <a:pt x="5335052" y="607508"/>
                  </a:lnTo>
                  <a:lnTo>
                    <a:pt x="5343103" y="656174"/>
                  </a:lnTo>
                  <a:lnTo>
                    <a:pt x="5347965" y="705363"/>
                  </a:lnTo>
                  <a:lnTo>
                    <a:pt x="5349595" y="754913"/>
                  </a:lnTo>
                  <a:lnTo>
                    <a:pt x="5349595" y="3772077"/>
                  </a:lnTo>
                  <a:lnTo>
                    <a:pt x="5347965" y="3821612"/>
                  </a:lnTo>
                  <a:lnTo>
                    <a:pt x="5343103" y="3870764"/>
                  </a:lnTo>
                  <a:lnTo>
                    <a:pt x="5335052" y="3919385"/>
                  </a:lnTo>
                  <a:lnTo>
                    <a:pt x="5323854" y="3967327"/>
                  </a:lnTo>
                  <a:lnTo>
                    <a:pt x="5309551" y="4014443"/>
                  </a:lnTo>
                  <a:lnTo>
                    <a:pt x="5292186" y="4060585"/>
                  </a:lnTo>
                  <a:lnTo>
                    <a:pt x="5271802" y="4105605"/>
                  </a:lnTo>
                  <a:lnTo>
                    <a:pt x="5248440" y="4149356"/>
                  </a:lnTo>
                  <a:lnTo>
                    <a:pt x="5222266" y="4191372"/>
                  </a:lnTo>
                  <a:lnTo>
                    <a:pt x="5193497" y="4231480"/>
                  </a:lnTo>
                  <a:lnTo>
                    <a:pt x="5162240" y="4269565"/>
                  </a:lnTo>
                  <a:lnTo>
                    <a:pt x="5128599" y="4305506"/>
                  </a:lnTo>
                  <a:lnTo>
                    <a:pt x="5092681" y="4339186"/>
                  </a:lnTo>
                  <a:lnTo>
                    <a:pt x="5054590" y="4370487"/>
                  </a:lnTo>
                  <a:lnTo>
                    <a:pt x="5014434" y="4399291"/>
                  </a:lnTo>
                  <a:lnTo>
                    <a:pt x="4972316" y="4425480"/>
                  </a:lnTo>
                  <a:lnTo>
                    <a:pt x="4928671" y="4448842"/>
                  </a:lnTo>
                  <a:lnTo>
                    <a:pt x="4883700" y="4469226"/>
                  </a:lnTo>
                  <a:lnTo>
                    <a:pt x="4837565" y="4486591"/>
                  </a:lnTo>
                  <a:lnTo>
                    <a:pt x="4790425" y="4500894"/>
                  </a:lnTo>
                  <a:lnTo>
                    <a:pt x="4742442" y="4512092"/>
                  </a:lnTo>
                  <a:lnTo>
                    <a:pt x="4693776" y="4520143"/>
                  </a:lnTo>
                  <a:lnTo>
                    <a:pt x="4644588" y="4525005"/>
                  </a:lnTo>
                  <a:lnTo>
                    <a:pt x="4595037" y="4526635"/>
                  </a:lnTo>
                  <a:lnTo>
                    <a:pt x="754557" y="4526635"/>
                  </a:lnTo>
                  <a:lnTo>
                    <a:pt x="705018" y="4525005"/>
                  </a:lnTo>
                  <a:lnTo>
                    <a:pt x="655863" y="4520143"/>
                  </a:lnTo>
                  <a:lnTo>
                    <a:pt x="607241" y="4512092"/>
                  </a:lnTo>
                  <a:lnTo>
                    <a:pt x="559298" y="4500894"/>
                  </a:lnTo>
                  <a:lnTo>
                    <a:pt x="512183" y="4486591"/>
                  </a:lnTo>
                  <a:lnTo>
                    <a:pt x="466043" y="4469226"/>
                  </a:lnTo>
                  <a:lnTo>
                    <a:pt x="421025" y="4448842"/>
                  </a:lnTo>
                  <a:lnTo>
                    <a:pt x="377278" y="4425480"/>
                  </a:lnTo>
                  <a:lnTo>
                    <a:pt x="335263" y="4399306"/>
                  </a:lnTo>
                  <a:lnTo>
                    <a:pt x="295154" y="4370537"/>
                  </a:lnTo>
                  <a:lnTo>
                    <a:pt x="257070" y="4339280"/>
                  </a:lnTo>
                  <a:lnTo>
                    <a:pt x="221129" y="4305639"/>
                  </a:lnTo>
                  <a:lnTo>
                    <a:pt x="187448" y="4269721"/>
                  </a:lnTo>
                  <a:lnTo>
                    <a:pt x="156147" y="4231630"/>
                  </a:lnTo>
                  <a:lnTo>
                    <a:pt x="127343" y="4191474"/>
                  </a:lnTo>
                  <a:lnTo>
                    <a:pt x="101155" y="4149356"/>
                  </a:lnTo>
                  <a:lnTo>
                    <a:pt x="77789" y="4105711"/>
                  </a:lnTo>
                  <a:lnTo>
                    <a:pt x="57403" y="4060740"/>
                  </a:lnTo>
                  <a:lnTo>
                    <a:pt x="40038" y="4014605"/>
                  </a:lnTo>
                  <a:lnTo>
                    <a:pt x="25736" y="3967465"/>
                  </a:lnTo>
                  <a:lnTo>
                    <a:pt x="14539" y="3919482"/>
                  </a:lnTo>
                  <a:lnTo>
                    <a:pt x="6490" y="3870816"/>
                  </a:lnTo>
                  <a:lnTo>
                    <a:pt x="1629" y="3821628"/>
                  </a:lnTo>
                  <a:lnTo>
                    <a:pt x="0" y="3772077"/>
                  </a:lnTo>
                  <a:lnTo>
                    <a:pt x="355" y="754557"/>
                  </a:lnTo>
                  <a:close/>
                </a:path>
              </a:pathLst>
            </a:custGeom>
            <a:ln w="9359">
              <a:solidFill>
                <a:srgbClr val="E7EEF7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6581419" y="2951543"/>
            <a:ext cx="4555490" cy="16687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795" algn="ctr">
              <a:lnSpc>
                <a:spcPct val="100000"/>
              </a:lnSpc>
              <a:spcBef>
                <a:spcPts val="100"/>
              </a:spcBef>
            </a:pPr>
            <a:r>
              <a:rPr sz="1700" spc="-10" dirty="0">
                <a:solidFill>
                  <a:srgbClr val="111A36"/>
                </a:solidFill>
                <a:latin typeface="Arial MT"/>
                <a:cs typeface="Arial MT"/>
              </a:rPr>
              <a:t>SECURITY</a:t>
            </a:r>
            <a:endParaRPr sz="170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JWT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stateless</a:t>
            </a:r>
            <a:r>
              <a:rPr sz="1350" spc="7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authentication.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695"/>
              </a:spcBef>
              <a:buChar char="•"/>
              <a:tabLst>
                <a:tab pos="119380" algn="l"/>
              </a:tabLst>
            </a:pP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Role-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based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authorization: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Admin,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Editor,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Author,</a:t>
            </a:r>
            <a:r>
              <a:rPr sz="1350" spc="11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Reader.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bcrypt.js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secure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password</a:t>
            </a:r>
            <a:r>
              <a:rPr sz="1350" spc="15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hashing.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Request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validation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input</a:t>
            </a:r>
            <a:r>
              <a:rPr sz="1350" spc="95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sanitization.</a:t>
            </a:r>
            <a:endParaRPr sz="1350">
              <a:latin typeface="Arial MT"/>
              <a:cs typeface="Arial MT"/>
            </a:endParaRPr>
          </a:p>
          <a:p>
            <a:pPr marL="119380" indent="-106680">
              <a:lnSpc>
                <a:spcPct val="100000"/>
              </a:lnSpc>
              <a:spcBef>
                <a:spcPts val="700"/>
              </a:spcBef>
              <a:buChar char="•"/>
              <a:tabLst>
                <a:tab pos="119380" algn="l"/>
              </a:tabLst>
            </a:pP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Rate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limiting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and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structured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logging</a:t>
            </a:r>
            <a:r>
              <a:rPr sz="1350" spc="120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dirty="0">
                <a:solidFill>
                  <a:srgbClr val="222C40"/>
                </a:solidFill>
                <a:latin typeface="Arial MT"/>
                <a:cs typeface="Arial MT"/>
              </a:rPr>
              <a:t>for</a:t>
            </a:r>
            <a:r>
              <a:rPr sz="1350" spc="114" dirty="0">
                <a:solidFill>
                  <a:srgbClr val="222C40"/>
                </a:solidFill>
                <a:latin typeface="Arial MT"/>
                <a:cs typeface="Arial MT"/>
              </a:rPr>
              <a:t> </a:t>
            </a:r>
            <a:r>
              <a:rPr sz="1350" spc="-10" dirty="0">
                <a:solidFill>
                  <a:srgbClr val="222C40"/>
                </a:solidFill>
                <a:latin typeface="Arial MT"/>
                <a:cs typeface="Arial MT"/>
              </a:rPr>
              <a:t>resilience.</a:t>
            </a:r>
            <a:endParaRPr sz="1350">
              <a:latin typeface="Arial MT"/>
              <a:cs typeface="Arial MT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Conclusion</a:t>
            </a:r>
            <a:endParaRPr spc="45" dirty="0"/>
          </a:p>
        </p:txBody>
      </p:sp>
      <p:sp>
        <p:nvSpPr>
          <p:cNvPr id="3" name="object 3"/>
          <p:cNvSpPr txBox="1"/>
          <p:nvPr/>
        </p:nvSpPr>
        <p:spPr>
          <a:xfrm>
            <a:off x="735736" y="1056500"/>
            <a:ext cx="190055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What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the</a:t>
            </a:r>
            <a:r>
              <a:rPr sz="1300" spc="5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dirty="0">
                <a:solidFill>
                  <a:srgbClr val="E7EEF7"/>
                </a:solidFill>
                <a:latin typeface="Arial MT"/>
                <a:cs typeface="Arial MT"/>
              </a:rPr>
              <a:t>project</a:t>
            </a:r>
            <a:r>
              <a:rPr sz="1300" spc="65" dirty="0">
                <a:solidFill>
                  <a:srgbClr val="E7EEF7"/>
                </a:solidFill>
                <a:latin typeface="Arial MT"/>
                <a:cs typeface="Arial MT"/>
              </a:rPr>
              <a:t> </a:t>
            </a:r>
            <a:r>
              <a:rPr sz="1300" spc="-10" dirty="0">
                <a:solidFill>
                  <a:srgbClr val="E7EEF7"/>
                </a:solidFill>
                <a:latin typeface="Arial MT"/>
                <a:cs typeface="Arial MT"/>
              </a:rPr>
              <a:t>delivers</a:t>
            </a:r>
            <a:endParaRPr sz="13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99757" y="1537550"/>
            <a:ext cx="2457450" cy="2045970"/>
            <a:chOff x="599757" y="1537550"/>
            <a:chExt cx="2457450" cy="2045970"/>
          </a:xfrm>
        </p:grpSpPr>
        <p:pic>
          <p:nvPicPr>
            <p:cNvPr id="5" name="object 5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599757" y="1537550"/>
              <a:ext cx="2457361" cy="204552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63972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887298" y="2194826"/>
            <a:ext cx="140589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0">
              <a:lnSpc>
                <a:spcPct val="100000"/>
              </a:lnSpc>
              <a:spcBef>
                <a:spcPts val="100"/>
              </a:spcBef>
            </a:pPr>
            <a:r>
              <a:rPr sz="1900" b="1" spc="-1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Secure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508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JWT</a:t>
            </a:r>
            <a:r>
              <a:rPr sz="1250" spc="-3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role</a:t>
            </a:r>
            <a:r>
              <a:rPr sz="1250" spc="-1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matrix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validation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34397" y="1537550"/>
            <a:ext cx="2457450" cy="2045970"/>
            <a:chOff x="3434397" y="1537550"/>
            <a:chExt cx="2457450" cy="2045970"/>
          </a:xfrm>
        </p:grpSpPr>
        <p:pic>
          <p:nvPicPr>
            <p:cNvPr id="9" name="object 9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434397" y="1537550"/>
              <a:ext cx="2457361" cy="2045525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47436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440" y="1637995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3721938" y="2194826"/>
            <a:ext cx="145288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6255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Scalable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276860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Layered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Node.js architecture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269037" y="1537550"/>
            <a:ext cx="2457450" cy="2045970"/>
            <a:chOff x="6269037" y="1537550"/>
            <a:chExt cx="2457450" cy="2045970"/>
          </a:xfrm>
        </p:grpSpPr>
        <p:pic>
          <p:nvPicPr>
            <p:cNvPr id="13" name="object 13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6269037" y="1537550"/>
              <a:ext cx="2457361" cy="2045525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0900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2811" y="1681268"/>
                  </a:lnTo>
                  <a:lnTo>
                    <a:pt x="11084" y="1722869"/>
                  </a:lnTo>
                  <a:lnTo>
                    <a:pt x="11156" y="1723231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556578" y="2194826"/>
            <a:ext cx="1506220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2915">
              <a:lnSpc>
                <a:spcPct val="100000"/>
              </a:lnSpc>
              <a:spcBef>
                <a:spcPts val="100"/>
              </a:spcBef>
            </a:pPr>
            <a:r>
              <a:rPr sz="1900" b="1" spc="-8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Intelligent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40576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AI</a:t>
            </a:r>
            <a:r>
              <a:rPr sz="1250" spc="-4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generation</a:t>
            </a:r>
            <a:r>
              <a:rPr sz="1250" spc="-4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+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summarization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9103677" y="1537550"/>
            <a:ext cx="2457450" cy="2045970"/>
            <a:chOff x="9103677" y="1537550"/>
            <a:chExt cx="2457450" cy="2045970"/>
          </a:xfrm>
        </p:grpSpPr>
        <p:pic>
          <p:nvPicPr>
            <p:cNvPr id="17" name="object 17"/>
            <p:cNvPicPr/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9103677" y="1537550"/>
              <a:ext cx="2457361" cy="204552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9143644" y="1554480"/>
              <a:ext cx="2377440" cy="1965960"/>
            </a:xfrm>
            <a:custGeom>
              <a:avLst/>
              <a:gdLst/>
              <a:ahLst/>
              <a:cxnLst/>
              <a:rect l="l" t="t" r="r" b="b"/>
              <a:pathLst>
                <a:path w="2377440" h="1965960">
                  <a:moveTo>
                    <a:pt x="2049475" y="0"/>
                  </a:moveTo>
                  <a:lnTo>
                    <a:pt x="327596" y="0"/>
                  </a:lnTo>
                  <a:lnTo>
                    <a:pt x="284685" y="2813"/>
                  </a:lnTo>
                  <a:lnTo>
                    <a:pt x="242722" y="11161"/>
                  </a:lnTo>
                  <a:lnTo>
                    <a:pt x="202245" y="24908"/>
                  </a:lnTo>
                  <a:lnTo>
                    <a:pt x="163791" y="43916"/>
                  </a:lnTo>
                  <a:lnTo>
                    <a:pt x="128152" y="67814"/>
                  </a:lnTo>
                  <a:lnTo>
                    <a:pt x="96024" y="96031"/>
                  </a:lnTo>
                  <a:lnTo>
                    <a:pt x="67812" y="128162"/>
                  </a:lnTo>
                  <a:lnTo>
                    <a:pt x="43916" y="163804"/>
                  </a:lnTo>
                  <a:lnTo>
                    <a:pt x="24903" y="202252"/>
                  </a:lnTo>
                  <a:lnTo>
                    <a:pt x="11156" y="242728"/>
                  </a:lnTo>
                  <a:lnTo>
                    <a:pt x="2811" y="284691"/>
                  </a:lnTo>
                  <a:lnTo>
                    <a:pt x="0" y="327596"/>
                  </a:lnTo>
                  <a:lnTo>
                    <a:pt x="0" y="1638363"/>
                  </a:lnTo>
                  <a:lnTo>
                    <a:pt x="2787" y="1680906"/>
                  </a:lnTo>
                  <a:lnTo>
                    <a:pt x="11084" y="1722869"/>
                  </a:lnTo>
                  <a:lnTo>
                    <a:pt x="24780" y="1763346"/>
                  </a:lnTo>
                  <a:lnTo>
                    <a:pt x="43916" y="1802155"/>
                  </a:lnTo>
                  <a:lnTo>
                    <a:pt x="67812" y="1837797"/>
                  </a:lnTo>
                  <a:lnTo>
                    <a:pt x="96024" y="1869928"/>
                  </a:lnTo>
                  <a:lnTo>
                    <a:pt x="128152" y="1898145"/>
                  </a:lnTo>
                  <a:lnTo>
                    <a:pt x="163791" y="1922043"/>
                  </a:lnTo>
                  <a:lnTo>
                    <a:pt x="202245" y="1941051"/>
                  </a:lnTo>
                  <a:lnTo>
                    <a:pt x="242722" y="1954798"/>
                  </a:lnTo>
                  <a:lnTo>
                    <a:pt x="284685" y="1963146"/>
                  </a:lnTo>
                  <a:lnTo>
                    <a:pt x="327596" y="1965960"/>
                  </a:lnTo>
                  <a:lnTo>
                    <a:pt x="2049830" y="1965604"/>
                  </a:lnTo>
                  <a:lnTo>
                    <a:pt x="2092741" y="1962790"/>
                  </a:lnTo>
                  <a:lnTo>
                    <a:pt x="2134704" y="1954441"/>
                  </a:lnTo>
                  <a:lnTo>
                    <a:pt x="2175182" y="1940690"/>
                  </a:lnTo>
                  <a:lnTo>
                    <a:pt x="2213635" y="1921675"/>
                  </a:lnTo>
                  <a:lnTo>
                    <a:pt x="2249276" y="1897785"/>
                  </a:lnTo>
                  <a:lnTo>
                    <a:pt x="2281407" y="1869571"/>
                  </a:lnTo>
                  <a:lnTo>
                    <a:pt x="2309620" y="1837441"/>
                  </a:lnTo>
                  <a:lnTo>
                    <a:pt x="2333510" y="1801799"/>
                  </a:lnTo>
                  <a:lnTo>
                    <a:pt x="2352526" y="1763346"/>
                  </a:lnTo>
                  <a:lnTo>
                    <a:pt x="2366153" y="1723231"/>
                  </a:lnTo>
                  <a:lnTo>
                    <a:pt x="2366276" y="1722869"/>
                  </a:lnTo>
                  <a:lnTo>
                    <a:pt x="2374554" y="1681268"/>
                  </a:lnTo>
                  <a:lnTo>
                    <a:pt x="2374626" y="1680906"/>
                  </a:lnTo>
                  <a:lnTo>
                    <a:pt x="2377415" y="1638363"/>
                  </a:lnTo>
                  <a:lnTo>
                    <a:pt x="2377071" y="327596"/>
                  </a:lnTo>
                  <a:lnTo>
                    <a:pt x="2374260" y="284691"/>
                  </a:lnTo>
                  <a:lnTo>
                    <a:pt x="2365914" y="242728"/>
                  </a:lnTo>
                  <a:lnTo>
                    <a:pt x="2352168" y="202252"/>
                  </a:lnTo>
                  <a:lnTo>
                    <a:pt x="2333155" y="163804"/>
                  </a:lnTo>
                  <a:lnTo>
                    <a:pt x="2309257" y="128162"/>
                  </a:lnTo>
                  <a:lnTo>
                    <a:pt x="2281042" y="96031"/>
                  </a:lnTo>
                  <a:lnTo>
                    <a:pt x="2248914" y="67814"/>
                  </a:lnTo>
                  <a:lnTo>
                    <a:pt x="2213279" y="43916"/>
                  </a:lnTo>
                  <a:lnTo>
                    <a:pt x="2174824" y="24908"/>
                  </a:lnTo>
                  <a:lnTo>
                    <a:pt x="2134344" y="11161"/>
                  </a:lnTo>
                  <a:lnTo>
                    <a:pt x="2092380" y="2813"/>
                  </a:lnTo>
                  <a:lnTo>
                    <a:pt x="2049475" y="0"/>
                  </a:lnTo>
                  <a:close/>
                </a:path>
              </a:pathLst>
            </a:custGeom>
            <a:solidFill>
              <a:srgbClr val="F7F9F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9391218" y="2194826"/>
            <a:ext cx="1653539" cy="822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14960">
              <a:lnSpc>
                <a:spcPct val="100000"/>
              </a:lnSpc>
              <a:spcBef>
                <a:spcPts val="100"/>
              </a:spcBef>
            </a:pPr>
            <a:r>
              <a:rPr sz="1900" b="1" spc="-50" dirty="0">
                <a:solidFill>
                  <a:srgbClr val="111A36"/>
                </a:solidFill>
                <a:latin typeface="Arial" panose="020B0604020202020204"/>
                <a:cs typeface="Arial" panose="020B0604020202020204"/>
              </a:rPr>
              <a:t>Manageable</a:t>
            </a:r>
            <a:endParaRPr sz="1900">
              <a:latin typeface="Arial" panose="020B0604020202020204"/>
              <a:cs typeface="Arial" panose="020B0604020202020204"/>
            </a:endParaRPr>
          </a:p>
          <a:p>
            <a:pPr marL="12700" marR="372745">
              <a:lnSpc>
                <a:spcPct val="100000"/>
              </a:lnSpc>
              <a:spcBef>
                <a:spcPts val="1000"/>
              </a:spcBef>
            </a:pP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Blogs,</a:t>
            </a:r>
            <a:r>
              <a:rPr sz="1250" spc="-5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1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comments,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categories</a:t>
            </a:r>
            <a:r>
              <a:rPr sz="1250" spc="-3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&amp;</a:t>
            </a:r>
            <a:r>
              <a:rPr sz="1250" spc="-25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 </a:t>
            </a:r>
            <a:r>
              <a:rPr sz="1250" spc="-20" dirty="0">
                <a:solidFill>
                  <a:srgbClr val="222C40"/>
                </a:solidFill>
                <a:latin typeface="Microsoft Sans Serif" panose="020B0604020202020204"/>
                <a:cs typeface="Microsoft Sans Serif" panose="020B0604020202020204"/>
              </a:rPr>
              <a:t>tags</a:t>
            </a:r>
            <a:endParaRPr sz="1250">
              <a:latin typeface="Microsoft Sans Serif" panose="020B0604020202020204"/>
              <a:cs typeface="Microsoft Sans Serif" panose="020B0604020202020204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-53184" y="4009936"/>
            <a:ext cx="1218755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odern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REST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API,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MongoDB-backed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data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management,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role-based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security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and</a:t>
            </a:r>
            <a:r>
              <a:rPr sz="2000" spc="155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Generative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AI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to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F7F9FB"/>
                </a:solidFill>
                <a:latin typeface="Arial MT"/>
                <a:cs typeface="Arial MT"/>
              </a:rPr>
              <a:t>create</a:t>
            </a:r>
            <a:r>
              <a:rPr sz="2000" spc="16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2000" spc="-50" dirty="0">
                <a:solidFill>
                  <a:srgbClr val="F7F9FB"/>
                </a:solidFill>
                <a:latin typeface="Arial MT"/>
                <a:cs typeface="Arial MT"/>
              </a:rPr>
              <a:t>a</a:t>
            </a:r>
            <a:endParaRPr sz="20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9881" y="5423395"/>
            <a:ext cx="3189605" cy="464184"/>
            <a:chOff x="4439881" y="5423395"/>
            <a:chExt cx="3189605" cy="464184"/>
          </a:xfrm>
        </p:grpSpPr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439881" y="5423395"/>
              <a:ext cx="3189236" cy="464045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4479835" y="5440324"/>
              <a:ext cx="3109595" cy="384810"/>
            </a:xfrm>
            <a:custGeom>
              <a:avLst/>
              <a:gdLst/>
              <a:ahLst/>
              <a:cxnLst/>
              <a:rect l="l" t="t" r="r" b="b"/>
              <a:pathLst>
                <a:path w="3109595" h="384810">
                  <a:moveTo>
                    <a:pt x="64439" y="0"/>
                  </a:moveTo>
                  <a:lnTo>
                    <a:pt x="25402" y="13357"/>
                  </a:lnTo>
                  <a:lnTo>
                    <a:pt x="2524" y="47517"/>
                  </a:lnTo>
                  <a:lnTo>
                    <a:pt x="0" y="320395"/>
                  </a:lnTo>
                  <a:lnTo>
                    <a:pt x="540" y="328743"/>
                  </a:lnTo>
                  <a:lnTo>
                    <a:pt x="18743" y="365620"/>
                  </a:lnTo>
                  <a:lnTo>
                    <a:pt x="18859" y="365753"/>
                  </a:lnTo>
                  <a:lnTo>
                    <a:pt x="55734" y="383939"/>
                  </a:lnTo>
                  <a:lnTo>
                    <a:pt x="64084" y="384479"/>
                  </a:lnTo>
                  <a:lnTo>
                    <a:pt x="3045244" y="384479"/>
                  </a:lnTo>
                  <a:lnTo>
                    <a:pt x="3084281" y="371115"/>
                  </a:lnTo>
                  <a:lnTo>
                    <a:pt x="3107166" y="336954"/>
                  </a:lnTo>
                  <a:lnTo>
                    <a:pt x="3109328" y="320395"/>
                  </a:lnTo>
                  <a:lnTo>
                    <a:pt x="3109304" y="64071"/>
                  </a:lnTo>
                  <a:lnTo>
                    <a:pt x="3095963" y="25397"/>
                  </a:lnTo>
                  <a:lnTo>
                    <a:pt x="3061803" y="2516"/>
                  </a:lnTo>
                  <a:lnTo>
                    <a:pt x="3045244" y="355"/>
                  </a:lnTo>
                  <a:lnTo>
                    <a:pt x="64439" y="0"/>
                  </a:lnTo>
                  <a:close/>
                </a:path>
              </a:pathLst>
            </a:custGeom>
            <a:solidFill>
              <a:srgbClr val="30C3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5611215" y="5535980"/>
            <a:ext cx="845819" cy="19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solidFill>
                  <a:srgbClr val="F7F9FB"/>
                </a:solidFill>
                <a:latin typeface="Arial MT"/>
                <a:cs typeface="Arial MT"/>
              </a:rPr>
              <a:t>THANK</a:t>
            </a:r>
            <a:r>
              <a:rPr sz="1100" spc="10" dirty="0">
                <a:solidFill>
                  <a:srgbClr val="F7F9FB"/>
                </a:solidFill>
                <a:latin typeface="Arial MT"/>
                <a:cs typeface="Arial MT"/>
              </a:rPr>
              <a:t> </a:t>
            </a:r>
            <a:r>
              <a:rPr sz="1100" spc="-25" dirty="0">
                <a:solidFill>
                  <a:srgbClr val="F7F9FB"/>
                </a:solidFill>
                <a:latin typeface="Arial MT"/>
                <a:cs typeface="Arial MT"/>
              </a:rPr>
              <a:t>YOU</a:t>
            </a:r>
            <a:endParaRPr sz="1100">
              <a:latin typeface="Arial MT"/>
              <a:cs typeface="Arial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dirty="0"/>
              <a:t>ContentGen</a:t>
            </a:r>
            <a:r>
              <a:rPr spc="35" dirty="0"/>
              <a:t> </a:t>
            </a:r>
            <a:r>
              <a:rPr dirty="0"/>
              <a:t>/</a:t>
            </a:r>
            <a:r>
              <a:rPr spc="40" dirty="0"/>
              <a:t> </a:t>
            </a:r>
            <a:r>
              <a:rPr dirty="0"/>
              <a:t>BlogNest</a:t>
            </a:r>
            <a:r>
              <a:rPr spc="40" dirty="0"/>
              <a:t> </a:t>
            </a:r>
            <a:r>
              <a:rPr dirty="0"/>
              <a:t>•</a:t>
            </a:r>
            <a:r>
              <a:rPr spc="45" dirty="0"/>
              <a:t> </a:t>
            </a:r>
            <a:r>
              <a:rPr dirty="0"/>
              <a:t>AI-Powered</a:t>
            </a:r>
            <a:r>
              <a:rPr spc="40" dirty="0"/>
              <a:t> </a:t>
            </a:r>
            <a:r>
              <a:rPr dirty="0"/>
              <a:t>Content</a:t>
            </a:r>
            <a:r>
              <a:rPr spc="35" dirty="0"/>
              <a:t> </a:t>
            </a:r>
            <a:r>
              <a:rPr dirty="0"/>
              <a:t>Management</a:t>
            </a:r>
            <a:r>
              <a:rPr spc="40" dirty="0"/>
              <a:t> </a:t>
            </a:r>
            <a:r>
              <a:rPr spc="-10" dirty="0"/>
              <a:t>System</a:t>
            </a:r>
            <a:endParaRPr spc="-10" dirty="0"/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45"/>
              </a:spcBef>
            </a:pPr>
            <a:fld id="{81D60167-4931-47E6-BA6A-407CBD079E47}" type="slidenum">
              <a:rPr spc="-25" dirty="0"/>
            </a:fld>
            <a:r>
              <a:rPr spc="-25" dirty="0"/>
              <a:t>/</a:t>
            </a:r>
            <a:r>
              <a:rPr spc="-25" dirty="0"/>
              <a:t>7</a:t>
            </a:r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3466</Words>
  <Application>WPS Presentation</Application>
  <PresentationFormat>On-screen Show (4:3)</PresentationFormat>
  <Paragraphs>215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9" baseType="lpstr">
      <vt:lpstr>Arial</vt:lpstr>
      <vt:lpstr>SimSun</vt:lpstr>
      <vt:lpstr>Wingdings</vt:lpstr>
      <vt:lpstr>Arial MT</vt:lpstr>
      <vt:lpstr>Times New Roman</vt:lpstr>
      <vt:lpstr>Arial</vt:lpstr>
      <vt:lpstr>Microsoft Sans Serif</vt:lpstr>
      <vt:lpstr>Tahoma</vt:lpstr>
      <vt:lpstr>Microsoft YaHei</vt:lpstr>
      <vt:lpstr>Arial Unicode MS</vt:lpstr>
      <vt:lpstr>Calibri</vt:lpstr>
      <vt:lpstr>Office Theme</vt:lpstr>
      <vt:lpstr>PowerPoint 演示文稿</vt:lpstr>
      <vt:lpstr>Project Overview</vt:lpstr>
      <vt:lpstr>System Architecture</vt:lpstr>
      <vt:lpstr>User &amp; API Flow</vt:lpstr>
      <vt:lpstr>MVC + Database Design</vt:lpstr>
      <vt:lpstr>AI Features &amp; Security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Elakkiya 0601</cp:lastModifiedBy>
  <cp:revision>1</cp:revision>
  <dcterms:created xsi:type="dcterms:W3CDTF">2026-09-28T05:50:42Z</dcterms:created>
  <dcterms:modified xsi:type="dcterms:W3CDTF">2026-09-28T05:50:42Z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2026-09-28T05:30:00Z</vt:filetime>
  </property>
  <property fmtid="{D5CDD505-2E9C-101B-9397-08002B2CF9AE}" pid="4" name="Creator">
    <vt:lpwstr>Impress</vt:lpwstr>
  </property>
  <property fmtid="{D5CDD505-2E9C-101B-9397-08002B2CF9AE}" pid="5" name="Producer">
    <vt:lpwstr>LibreOfficeDev 24.8.7.2.0 (AARCH64) / LibreOffice Community</vt:lpwstr>
  </property>
  <property fmtid="{D5CDD505-2E9C-101B-9397-08002B2CF9AE}" pid="6" name="LastSaved">
    <vt:filetime>2026-09-28T05:30:00Z</vt:filetime>
  </property>
  <property fmtid="{D5CDD505-2E9C-101B-9397-08002B2CF9AE}" pid="7" name="KSOProductBuildVer">
    <vt:lpwstr>1033-12.1.0.28485</vt:lpwstr>
  </property>
  <property fmtid="{D5CDD505-2E9C-101B-9397-08002B2CF9AE}" pid="8" name="ICV">
    <vt:lpwstr>E6EDB5038F544D46B4C394C8AD80102C_12</vt:lpwstr>
  </property>
</Properties>
</file>